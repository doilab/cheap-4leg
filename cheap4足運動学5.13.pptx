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7C2CB-E2ED-4053-B427-826B34110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AF7822-AE00-4241-BB62-0070C2073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AFB16-5580-43E6-B959-3B2E83C7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B676B7-B4FF-48DF-A720-0DFEB032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FFE40-ED14-477E-8538-CA7F238F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92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DEACF-CA86-4C84-8554-F62C16D6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ED72EF-9ACF-490E-88CE-5CF31BE2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FC70F-F628-45A6-A8D2-6D9D0B58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AD428C-08B6-4741-ADE0-6ABC0694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196E44-ED18-40D9-A333-006BF8CB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55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8AD72-371F-42CA-97E3-82DEC3DE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135A84-3FAD-4E1E-A0EF-3DCFAD6FB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9E4915-2992-4081-A3C1-6A1DCD6B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CE9C8E-9C3F-4303-8993-C435D5D5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0EFB1-46E9-4313-B2E9-2D0997C5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4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0B019F-116F-463F-A5C2-736998B5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1BF956-0C8D-4109-8BE7-DEDA1E1A9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671053-E39F-48B8-BD09-E0019A29C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5E8348-79CF-440F-870E-E3B9B9790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B7A146-DD4D-4935-BD02-CAC4A25B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6561E0-5A42-44C5-B5C4-72BCAB24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46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245073-CEC3-4EC1-AA0E-17E9FF8F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19644-A247-4DE6-8A35-3FA68C77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A5225A-C2BE-4D3B-A287-AB70C3C8A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F5A969-F979-4E2D-A23D-39D3C0705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7B6B896-6515-4F78-85A0-87723FE8F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DBB0AE-4FE0-4A6C-9100-787B2533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2670DC-2135-4427-904F-2B6C779E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0FDEE5-E1DF-439A-A155-AD59B2F6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35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DAE29D-649C-4E45-AE35-D226557D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3154DF-20F5-4069-B6DE-E4CC4DF3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07A30A-34EB-4662-AB86-930140E5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D36F9C-F41B-4F29-AE84-635FCD56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6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EFDCA9-F562-430D-B4A3-B0A5744F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238D4E-25CC-475A-9D12-757B5BE0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8C4CEA-49E8-4B49-9FD5-40888F65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17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DDBB1-9090-4EA7-8A62-0FB2DBBB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8A6A47-CA8E-4BDC-B2A7-2D2A17A2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1313F0-03F4-4904-84A5-AE53FB98C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1B9BCA-7714-45B4-ACB2-8030142E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2F6900-8361-4689-97D2-101E1B6A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6D94CB-8B18-489D-95AE-8E5D2C4F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88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23970-21AB-4FE3-BD14-4F9CCBFB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8D85A1-D4FF-4453-83C8-B0A350283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91CB49-F856-4CE3-B99D-C2041D6F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3A4ECD-063D-489E-92DB-741A894B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C3A93B-1ADD-4B8C-847C-9310627C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0287C3-F61B-4CA5-91D1-F58427C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41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2F857-62D2-48A1-9046-19D65E4A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FB419B-F75F-4C1C-89FB-251A9AF23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0D3669-632F-4F5D-B34E-F51EC5BD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78EEA6-9D08-4506-A20A-A6DFE8C4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945A71-208C-4321-85EF-66EF1728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79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483846-373A-4308-BEEB-98702FF3D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5AC18A-35F1-4FCA-82B9-4962AD292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DCA9E-AC3B-4313-BFEB-AC3659BF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E83B6B-7531-41B1-A7B4-E849DD45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7B4911-E67D-45DE-8F1C-643A54E6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64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F9B1804-34A6-418F-ABC1-45BC8931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D58805-6174-44A9-9353-4AD82ACF7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7A4BA3-7443-42BA-AE69-8F35AE886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434F0-3741-4979-B64E-CC4977B8373D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95064E-DD90-46FA-9B23-483134643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13B855-A547-4430-A033-32CC0FF87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638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.png"/><Relationship Id="rId26" Type="http://schemas.openxmlformats.org/officeDocument/2006/relationships/image" Target="../media/image5.png"/><Relationship Id="rId21" Type="http://schemas.openxmlformats.org/officeDocument/2006/relationships/image" Target="../media/image20.png"/><Relationship Id="rId42" Type="http://schemas.openxmlformats.org/officeDocument/2006/relationships/image" Target="../media/image29.png"/><Relationship Id="rId50" Type="http://schemas.openxmlformats.org/officeDocument/2006/relationships/image" Target="../media/image22.png"/><Relationship Id="rId55" Type="http://schemas.openxmlformats.org/officeDocument/2006/relationships/image" Target="../media/image71.png"/><Relationship Id="rId63" Type="http://schemas.openxmlformats.org/officeDocument/2006/relationships/image" Target="../media/image31.png"/><Relationship Id="rId68" Type="http://schemas.openxmlformats.org/officeDocument/2006/relationships/image" Target="../media/image37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59" Type="http://schemas.openxmlformats.org/officeDocument/2006/relationships/image" Target="../media/image13.png"/><Relationship Id="rId6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41" Type="http://schemas.openxmlformats.org/officeDocument/2006/relationships/image" Target="../media/image28.png"/><Relationship Id="rId54" Type="http://schemas.openxmlformats.org/officeDocument/2006/relationships/image" Target="../media/image61.png"/><Relationship Id="rId6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4.png"/><Relationship Id="rId45" Type="http://schemas.openxmlformats.org/officeDocument/2006/relationships/image" Target="../media/image7.png"/><Relationship Id="rId53" Type="http://schemas.openxmlformats.org/officeDocument/2006/relationships/image" Target="../media/image56.png"/><Relationship Id="rId58" Type="http://schemas.openxmlformats.org/officeDocument/2006/relationships/image" Target="../media/image12.png"/><Relationship Id="rId66" Type="http://schemas.openxmlformats.org/officeDocument/2006/relationships/image" Target="../media/image35.png"/><Relationship Id="rId23" Type="http://schemas.openxmlformats.org/officeDocument/2006/relationships/image" Target="../media/image3.png"/><Relationship Id="rId49" Type="http://schemas.openxmlformats.org/officeDocument/2006/relationships/image" Target="../media/image32.png"/><Relationship Id="rId57" Type="http://schemas.openxmlformats.org/officeDocument/2006/relationships/image" Target="../media/image11.png"/><Relationship Id="rId61" Type="http://schemas.openxmlformats.org/officeDocument/2006/relationships/image" Target="../media/image26.png"/><Relationship Id="rId19" Type="http://schemas.openxmlformats.org/officeDocument/2006/relationships/image" Target="../media/image2.png"/><Relationship Id="rId44" Type="http://schemas.openxmlformats.org/officeDocument/2006/relationships/image" Target="../media/image6.png"/><Relationship Id="rId52" Type="http://schemas.openxmlformats.org/officeDocument/2006/relationships/image" Target="../media/image411.png"/><Relationship Id="rId60" Type="http://schemas.openxmlformats.org/officeDocument/2006/relationships/image" Target="../media/image14.png"/><Relationship Id="rId65" Type="http://schemas.openxmlformats.org/officeDocument/2006/relationships/image" Target="../media/image34.png"/><Relationship Id="rId22" Type="http://schemas.openxmlformats.org/officeDocument/2006/relationships/image" Target="../media/image21.png"/><Relationship Id="rId43" Type="http://schemas.openxmlformats.org/officeDocument/2006/relationships/image" Target="../media/image30.png"/><Relationship Id="rId56" Type="http://schemas.openxmlformats.org/officeDocument/2006/relationships/image" Target="../media/image8.png"/><Relationship Id="rId64" Type="http://schemas.openxmlformats.org/officeDocument/2006/relationships/image" Target="../media/image33.png"/><Relationship Id="rId69" Type="http://schemas.openxmlformats.org/officeDocument/2006/relationships/image" Target="../media/image38.png"/><Relationship Id="rId51" Type="http://schemas.openxmlformats.org/officeDocument/2006/relationships/image" Target="../media/image36.png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.png"/><Relationship Id="rId26" Type="http://schemas.openxmlformats.org/officeDocument/2006/relationships/image" Target="../media/image5.png"/><Relationship Id="rId39" Type="http://schemas.openxmlformats.org/officeDocument/2006/relationships/image" Target="../media/image120.png"/><Relationship Id="rId21" Type="http://schemas.openxmlformats.org/officeDocument/2006/relationships/image" Target="../media/image20.png"/><Relationship Id="rId34" Type="http://schemas.openxmlformats.org/officeDocument/2006/relationships/image" Target="../media/image70.png"/><Relationship Id="rId42" Type="http://schemas.openxmlformats.org/officeDocument/2006/relationships/image" Target="../media/image29.png"/><Relationship Id="rId47" Type="http://schemas.openxmlformats.org/officeDocument/2006/relationships/image" Target="../media/image6.png"/><Relationship Id="rId50" Type="http://schemas.openxmlformats.org/officeDocument/2006/relationships/image" Target="../media/image340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60.png"/><Relationship Id="rId38" Type="http://schemas.openxmlformats.org/officeDocument/2006/relationships/image" Target="../media/image110.png"/><Relationship Id="rId46" Type="http://schemas.openxmlformats.org/officeDocument/2006/relationships/image" Target="../media/image33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10.png"/><Relationship Id="rId41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4.png"/><Relationship Id="rId32" Type="http://schemas.openxmlformats.org/officeDocument/2006/relationships/image" Target="../media/image55.png"/><Relationship Id="rId40" Type="http://schemas.openxmlformats.org/officeDocument/2006/relationships/image" Target="../media/image130.png"/><Relationship Id="rId45" Type="http://schemas.openxmlformats.org/officeDocument/2006/relationships/image" Target="../media/image39.png"/><Relationship Id="rId15" Type="http://schemas.openxmlformats.org/officeDocument/2006/relationships/image" Target="../media/image140.png"/><Relationship Id="rId23" Type="http://schemas.openxmlformats.org/officeDocument/2006/relationships/image" Target="../media/image10.png"/><Relationship Id="rId28" Type="http://schemas.openxmlformats.org/officeDocument/2006/relationships/image" Target="../media/image270.png"/><Relationship Id="rId49" Type="http://schemas.openxmlformats.org/officeDocument/2006/relationships/image" Target="../media/image32.png"/><Relationship Id="rId19" Type="http://schemas.openxmlformats.org/officeDocument/2006/relationships/image" Target="../media/image2.png"/><Relationship Id="rId31" Type="http://schemas.openxmlformats.org/officeDocument/2006/relationships/image" Target="../media/image410.png"/><Relationship Id="rId44" Type="http://schemas.openxmlformats.org/officeDocument/2006/relationships/image" Target="../media/image311.png"/><Relationship Id="rId22" Type="http://schemas.openxmlformats.org/officeDocument/2006/relationships/image" Target="../media/image21.png"/><Relationship Id="rId27" Type="http://schemas.openxmlformats.org/officeDocument/2006/relationships/image" Target="../media/image260.png"/><Relationship Id="rId30" Type="http://schemas.openxmlformats.org/officeDocument/2006/relationships/image" Target="../media/image310.png"/><Relationship Id="rId43" Type="http://schemas.openxmlformats.org/officeDocument/2006/relationships/image" Target="../media/image30.png"/><Relationship Id="rId48" Type="http://schemas.openxmlformats.org/officeDocument/2006/relationships/image" Target="../media/image7.png"/><Relationship Id="rId51" Type="http://schemas.openxmlformats.org/officeDocument/2006/relationships/image" Target="../media/image3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40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5" Type="http://schemas.openxmlformats.org/officeDocument/2006/relationships/image" Target="../media/image390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CB54EF9-CD9E-4859-9322-50FDA4FD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" y="344579"/>
            <a:ext cx="12192000" cy="6168842"/>
          </a:xfrm>
          <a:prstGeom prst="rect">
            <a:avLst/>
          </a:prstGeom>
        </p:spPr>
      </p:pic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BC52FA9C-B54B-4022-B441-214F40C6F024}"/>
              </a:ext>
            </a:extLst>
          </p:cNvPr>
          <p:cNvCxnSpPr/>
          <p:nvPr/>
        </p:nvCxnSpPr>
        <p:spPr>
          <a:xfrm>
            <a:off x="3812148" y="392806"/>
            <a:ext cx="0" cy="233107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DFF0EDB-19C5-434E-BC34-9CF7FD1B87CF}"/>
              </a:ext>
            </a:extLst>
          </p:cNvPr>
          <p:cNvCxnSpPr/>
          <p:nvPr/>
        </p:nvCxnSpPr>
        <p:spPr>
          <a:xfrm>
            <a:off x="1571223" y="270456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/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blipFill>
                <a:blip r:embed="rId16"/>
                <a:stretch>
                  <a:fillRect l="-12698" r="-4762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/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blipFill>
                <a:blip r:embed="rId17"/>
                <a:stretch>
                  <a:fillRect l="-10938" r="-4688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/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blipFill>
                <a:blip r:embed="rId18"/>
                <a:stretch>
                  <a:fillRect l="-8247" r="-8247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/>
              <p:nvPr/>
            </p:nvSpPr>
            <p:spPr>
              <a:xfrm>
                <a:off x="5963992" y="606380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992" y="606380"/>
                <a:ext cx="591509" cy="276999"/>
              </a:xfrm>
              <a:prstGeom prst="rect">
                <a:avLst/>
              </a:prstGeom>
              <a:blipFill>
                <a:blip r:embed="rId19"/>
                <a:stretch>
                  <a:fillRect l="-7216" r="-9278" b="-65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/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blipFill>
                <a:blip r:embed="rId20"/>
                <a:stretch>
                  <a:fillRect l="-4242" r="-181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/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blipFill>
                <a:blip r:embed="rId21"/>
                <a:stretch>
                  <a:fillRect l="-5224" r="-597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/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3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blipFill>
                <a:blip r:embed="rId22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/>
              <p:nvPr/>
            </p:nvSpPr>
            <p:spPr>
              <a:xfrm>
                <a:off x="2980386" y="5961845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2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86" y="5961845"/>
                <a:ext cx="525785" cy="276999"/>
              </a:xfrm>
              <a:prstGeom prst="rect">
                <a:avLst/>
              </a:prstGeom>
              <a:blipFill>
                <a:blip r:embed="rId23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2EECAB4-E818-4C6E-ACA5-CEEEA0E132C4}"/>
              </a:ext>
            </a:extLst>
          </p:cNvPr>
          <p:cNvCxnSpPr/>
          <p:nvPr/>
        </p:nvCxnSpPr>
        <p:spPr>
          <a:xfrm>
            <a:off x="1684987" y="4653566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5C755792-F980-485A-ACCA-404443416B03}"/>
              </a:ext>
            </a:extLst>
          </p:cNvPr>
          <p:cNvCxnSpPr/>
          <p:nvPr/>
        </p:nvCxnSpPr>
        <p:spPr>
          <a:xfrm>
            <a:off x="5791201" y="277754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937BC806-9118-4260-8F20-BD94D2BB5475}"/>
              </a:ext>
            </a:extLst>
          </p:cNvPr>
          <p:cNvCxnSpPr/>
          <p:nvPr/>
        </p:nvCxnSpPr>
        <p:spPr>
          <a:xfrm>
            <a:off x="5874914" y="4683617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43C98795-5A8B-4A86-990E-9BF103768030}"/>
              </a:ext>
            </a:extLst>
          </p:cNvPr>
          <p:cNvSpPr/>
          <p:nvPr/>
        </p:nvSpPr>
        <p:spPr>
          <a:xfrm>
            <a:off x="2620851" y="4687910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/>
              <p:nvPr/>
            </p:nvSpPr>
            <p:spPr>
              <a:xfrm>
                <a:off x="1804116" y="5139742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116" y="5139742"/>
                <a:ext cx="822148" cy="276999"/>
              </a:xfrm>
              <a:prstGeom prst="rect">
                <a:avLst/>
              </a:prstGeom>
              <a:blipFill>
                <a:blip r:embed="rId24"/>
                <a:stretch>
                  <a:fillRect l="-5926" r="-5185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A6A806CB-BF42-488D-B6F4-64CA70847E26}"/>
              </a:ext>
            </a:extLst>
          </p:cNvPr>
          <p:cNvSpPr/>
          <p:nvPr/>
        </p:nvSpPr>
        <p:spPr>
          <a:xfrm flipH="1">
            <a:off x="6405093" y="4717962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163C70BB-5DBA-4C2A-BC9D-229F50B772DC}"/>
              </a:ext>
            </a:extLst>
          </p:cNvPr>
          <p:cNvSpPr/>
          <p:nvPr/>
        </p:nvSpPr>
        <p:spPr>
          <a:xfrm flipH="1" flipV="1">
            <a:off x="6319235" y="1998373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/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blipFill>
                <a:blip r:embed="rId25"/>
                <a:stretch>
                  <a:fillRect l="-5926" r="-518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/>
              <p:nvPr/>
            </p:nvSpPr>
            <p:spPr>
              <a:xfrm>
                <a:off x="6850488" y="2014469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488" y="2014469"/>
                <a:ext cx="816762" cy="276999"/>
              </a:xfrm>
              <a:prstGeom prst="rect">
                <a:avLst/>
              </a:prstGeom>
              <a:blipFill>
                <a:blip r:embed="rId26"/>
                <a:stretch>
                  <a:fillRect l="-5970" r="-5224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091F06B5-EC52-4AE6-ACC1-3FAF8BC94D58}"/>
              </a:ext>
            </a:extLst>
          </p:cNvPr>
          <p:cNvGrpSpPr/>
          <p:nvPr/>
        </p:nvGrpSpPr>
        <p:grpSpPr>
          <a:xfrm>
            <a:off x="4176598" y="2924870"/>
            <a:ext cx="784700" cy="970604"/>
            <a:chOff x="1016419" y="5796208"/>
            <a:chExt cx="784700" cy="970604"/>
          </a:xfrm>
        </p:grpSpPr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9F92FE7C-E88B-4EED-B3DE-B7649AF22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0F65E528-5D40-4763-86AA-0BC039FFB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楕円 134">
              <a:extLst>
                <a:ext uri="{FF2B5EF4-FFF2-40B4-BE49-F238E27FC236}">
                  <a16:creationId xmlns:a16="http://schemas.microsoft.com/office/drawing/2014/main" id="{348AD298-E218-4717-B66F-9B0F945632E0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楕円 138">
              <a:extLst>
                <a:ext uri="{FF2B5EF4-FFF2-40B4-BE49-F238E27FC236}">
                  <a16:creationId xmlns:a16="http://schemas.microsoft.com/office/drawing/2014/main" id="{F658CEDB-67DA-47AC-93FB-0330EAE1EAEF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/>
              <p:nvPr/>
            </p:nvSpPr>
            <p:spPr>
              <a:xfrm>
                <a:off x="6632878" y="2773509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78" y="2773509"/>
                <a:ext cx="816762" cy="276999"/>
              </a:xfrm>
              <a:prstGeom prst="rect">
                <a:avLst/>
              </a:prstGeom>
              <a:blipFill>
                <a:blip r:embed="rId44"/>
                <a:stretch>
                  <a:fillRect l="-5224" r="-597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/>
              <p:nvPr/>
            </p:nvSpPr>
            <p:spPr>
              <a:xfrm>
                <a:off x="1945263" y="4355316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63" y="4355316"/>
                <a:ext cx="822148" cy="276999"/>
              </a:xfrm>
              <a:prstGeom prst="rect">
                <a:avLst/>
              </a:prstGeom>
              <a:blipFill>
                <a:blip r:embed="rId45"/>
                <a:stretch>
                  <a:fillRect l="-5185" r="-5926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/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blipFill>
                <a:blip r:embed="rId49"/>
                <a:stretch>
                  <a:fillRect l="-5926" r="-5185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/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𝐵𝑜𝑑𝑦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blipFill>
                <a:blip r:embed="rId50"/>
                <a:stretch>
                  <a:fillRect l="-7692" r="-4808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/>
              <p:nvPr/>
            </p:nvSpPr>
            <p:spPr>
              <a:xfrm>
                <a:off x="3295845" y="2762998"/>
                <a:ext cx="392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45" y="2762998"/>
                <a:ext cx="392159" cy="276999"/>
              </a:xfrm>
              <a:prstGeom prst="rect">
                <a:avLst/>
              </a:prstGeom>
              <a:blipFill>
                <a:blip r:embed="rId51"/>
                <a:stretch>
                  <a:fillRect l="-12500" r="-468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404C630-9D5C-4E95-85BA-01BE0022C0EF}"/>
              </a:ext>
            </a:extLst>
          </p:cNvPr>
          <p:cNvGrpSpPr/>
          <p:nvPr/>
        </p:nvGrpSpPr>
        <p:grpSpPr>
          <a:xfrm>
            <a:off x="2964874" y="2198067"/>
            <a:ext cx="1106378" cy="1135743"/>
            <a:chOff x="2964874" y="2198067"/>
            <a:chExt cx="1106378" cy="1135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F3FFAC50-B02B-4E47-9693-A0B30689A0FB}"/>
                    </a:ext>
                  </a:extLst>
                </p:cNvPr>
                <p:cNvSpPr txBox="1"/>
                <p:nvPr/>
              </p:nvSpPr>
              <p:spPr>
                <a:xfrm>
                  <a:off x="2964874" y="2693643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F3FFAC50-B02B-4E47-9693-A0B30689A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4874" y="2693643"/>
                  <a:ext cx="260969" cy="369332"/>
                </a:xfrm>
                <a:prstGeom prst="rect">
                  <a:avLst/>
                </a:prstGeom>
                <a:blipFill>
                  <a:blip r:embed="rId52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D92DFB60-374B-4443-BC3A-18CDF87D5409}"/>
                    </a:ext>
                  </a:extLst>
                </p:cNvPr>
                <p:cNvSpPr txBox="1"/>
                <p:nvPr/>
              </p:nvSpPr>
              <p:spPr>
                <a:xfrm>
                  <a:off x="3624804" y="2937346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D92DFB60-374B-4443-BC3A-18CDF87D5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804" y="2937346"/>
                  <a:ext cx="264944" cy="369332"/>
                </a:xfrm>
                <a:prstGeom prst="rect">
                  <a:avLst/>
                </a:prstGeom>
                <a:blipFill>
                  <a:blip r:embed="rId53"/>
                  <a:stretch>
                    <a:fillRect l="-25581" r="-23256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8D2AC9F2-30A3-4B26-869C-9A274DAE0453}"/>
                    </a:ext>
                  </a:extLst>
                </p:cNvPr>
                <p:cNvSpPr txBox="1"/>
                <p:nvPr/>
              </p:nvSpPr>
              <p:spPr>
                <a:xfrm>
                  <a:off x="3828750" y="2198067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8D2AC9F2-30A3-4B26-869C-9A274DAE0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8750" y="2198067"/>
                  <a:ext cx="242502" cy="369332"/>
                </a:xfrm>
                <a:prstGeom prst="rect">
                  <a:avLst/>
                </a:prstGeom>
                <a:blipFill>
                  <a:blip r:embed="rId54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91514B7-1695-416E-8473-E8539690B001}"/>
                </a:ext>
              </a:extLst>
            </p:cNvPr>
            <p:cNvGrpSpPr/>
            <p:nvPr/>
          </p:nvGrpSpPr>
          <p:grpSpPr>
            <a:xfrm rot="16200000">
              <a:off x="3241747" y="2534553"/>
              <a:ext cx="763110" cy="835404"/>
              <a:chOff x="2185456" y="2949712"/>
              <a:chExt cx="763110" cy="835404"/>
            </a:xfrm>
          </p:grpSpPr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4F65A139-9A5C-4E70-B2A8-625298929660}"/>
                  </a:ext>
                </a:extLst>
              </p:cNvPr>
              <p:cNvGrpSpPr/>
              <p:nvPr/>
            </p:nvGrpSpPr>
            <p:grpSpPr>
              <a:xfrm>
                <a:off x="2185456" y="2949712"/>
                <a:ext cx="763110" cy="835404"/>
                <a:chOff x="2185456" y="2949712"/>
                <a:chExt cx="763110" cy="835404"/>
              </a:xfrm>
            </p:grpSpPr>
            <p:cxnSp>
              <p:nvCxnSpPr>
                <p:cNvPr id="117" name="直線矢印コネクタ 116">
                  <a:extLst>
                    <a:ext uri="{FF2B5EF4-FFF2-40B4-BE49-F238E27FC236}">
                      <a16:creationId xmlns:a16="http://schemas.microsoft.com/office/drawing/2014/main" id="{7B612F30-084F-489E-99DD-E8A774A9D2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714" y="2949712"/>
                  <a:ext cx="0" cy="69168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線矢印コネクタ 117">
                  <a:extLst>
                    <a:ext uri="{FF2B5EF4-FFF2-40B4-BE49-F238E27FC236}">
                      <a16:creationId xmlns:a16="http://schemas.microsoft.com/office/drawing/2014/main" id="{58078678-33D1-440E-A50D-E363DC5EC3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456" y="3650147"/>
                  <a:ext cx="59099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楕円 118">
                  <a:extLst>
                    <a:ext uri="{FF2B5EF4-FFF2-40B4-BE49-F238E27FC236}">
                      <a16:creationId xmlns:a16="http://schemas.microsoft.com/office/drawing/2014/main" id="{2D2D5CD3-4FBF-4938-B12B-D3FE320CF0FE}"/>
                    </a:ext>
                  </a:extLst>
                </p:cNvPr>
                <p:cNvSpPr/>
                <p:nvPr/>
              </p:nvSpPr>
              <p:spPr>
                <a:xfrm>
                  <a:off x="2654569" y="3498036"/>
                  <a:ext cx="293997" cy="287080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23" name="楕円 122">
                <a:extLst>
                  <a:ext uri="{FF2B5EF4-FFF2-40B4-BE49-F238E27FC236}">
                    <a16:creationId xmlns:a16="http://schemas.microsoft.com/office/drawing/2014/main" id="{2E607022-E771-4A74-9F2B-FC124DD0937C}"/>
                  </a:ext>
                </a:extLst>
              </p:cNvPr>
              <p:cNvSpPr/>
              <p:nvPr/>
            </p:nvSpPr>
            <p:spPr>
              <a:xfrm>
                <a:off x="2741803" y="3583218"/>
                <a:ext cx="119529" cy="116717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テキスト ボックス 168">
                <a:extLst>
                  <a:ext uri="{FF2B5EF4-FFF2-40B4-BE49-F238E27FC236}">
                    <a16:creationId xmlns:a16="http://schemas.microsoft.com/office/drawing/2014/main" id="{E62EC59F-BC61-4FCA-885D-E03A6AB5CF8B}"/>
                  </a:ext>
                </a:extLst>
              </p:cNvPr>
              <p:cNvSpPr txBox="1"/>
              <p:nvPr/>
            </p:nvSpPr>
            <p:spPr>
              <a:xfrm>
                <a:off x="3337991" y="4296471"/>
                <a:ext cx="260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69" name="テキスト ボックス 168">
                <a:extLst>
                  <a:ext uri="{FF2B5EF4-FFF2-40B4-BE49-F238E27FC236}">
                    <a16:creationId xmlns:a16="http://schemas.microsoft.com/office/drawing/2014/main" id="{E62EC59F-BC61-4FCA-885D-E03A6AB5C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991" y="4296471"/>
                <a:ext cx="260969" cy="369332"/>
              </a:xfrm>
              <a:prstGeom prst="rect">
                <a:avLst/>
              </a:prstGeom>
              <a:blipFill>
                <a:blip r:embed="rId55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21A79917-267D-4B76-83AB-B165676E15BF}"/>
                  </a:ext>
                </a:extLst>
              </p:cNvPr>
              <p:cNvSpPr txBox="1"/>
              <p:nvPr/>
            </p:nvSpPr>
            <p:spPr>
              <a:xfrm>
                <a:off x="3982156" y="4850229"/>
                <a:ext cx="2649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21A79917-267D-4B76-83AB-B165676E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156" y="4850229"/>
                <a:ext cx="264944" cy="369332"/>
              </a:xfrm>
              <a:prstGeom prst="rect">
                <a:avLst/>
              </a:prstGeom>
              <a:blipFill>
                <a:blip r:embed="rId56"/>
                <a:stretch>
                  <a:fillRect l="-25000" r="-20455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D28C8946-C9EF-4ECA-BD10-4B4F0B2CE03E}"/>
                  </a:ext>
                </a:extLst>
              </p:cNvPr>
              <p:cNvSpPr txBox="1"/>
              <p:nvPr/>
            </p:nvSpPr>
            <p:spPr>
              <a:xfrm>
                <a:off x="3975895" y="4174012"/>
                <a:ext cx="2425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D28C8946-C9EF-4ECA-BD10-4B4F0B2CE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95" y="4174012"/>
                <a:ext cx="242502" cy="369332"/>
              </a:xfrm>
              <a:prstGeom prst="rect">
                <a:avLst/>
              </a:prstGeom>
              <a:blipFill>
                <a:blip r:embed="rId57"/>
                <a:stretch>
                  <a:fillRect l="-12500" r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2" name="グループ化 171">
            <a:extLst>
              <a:ext uri="{FF2B5EF4-FFF2-40B4-BE49-F238E27FC236}">
                <a16:creationId xmlns:a16="http://schemas.microsoft.com/office/drawing/2014/main" id="{247089BF-FEA1-4E3C-849D-EC510D793DBA}"/>
              </a:ext>
            </a:extLst>
          </p:cNvPr>
          <p:cNvGrpSpPr/>
          <p:nvPr/>
        </p:nvGrpSpPr>
        <p:grpSpPr>
          <a:xfrm rot="16200000">
            <a:off x="3257513" y="4468457"/>
            <a:ext cx="763110" cy="835404"/>
            <a:chOff x="2185456" y="2949712"/>
            <a:chExt cx="763110" cy="835404"/>
          </a:xfrm>
        </p:grpSpPr>
        <p:grpSp>
          <p:nvGrpSpPr>
            <p:cNvPr id="173" name="グループ化 172">
              <a:extLst>
                <a:ext uri="{FF2B5EF4-FFF2-40B4-BE49-F238E27FC236}">
                  <a16:creationId xmlns:a16="http://schemas.microsoft.com/office/drawing/2014/main" id="{215AE3E7-13C7-4E84-A243-5B35C1D370E6}"/>
                </a:ext>
              </a:extLst>
            </p:cNvPr>
            <p:cNvGrpSpPr/>
            <p:nvPr/>
          </p:nvGrpSpPr>
          <p:grpSpPr>
            <a:xfrm>
              <a:off x="2185456" y="2949712"/>
              <a:ext cx="763110" cy="835404"/>
              <a:chOff x="2185456" y="2949712"/>
              <a:chExt cx="763110" cy="835404"/>
            </a:xfrm>
          </p:grpSpPr>
          <p:cxnSp>
            <p:nvCxnSpPr>
              <p:cNvPr id="175" name="直線矢印コネクタ 174">
                <a:extLst>
                  <a:ext uri="{FF2B5EF4-FFF2-40B4-BE49-F238E27FC236}">
                    <a16:creationId xmlns:a16="http://schemas.microsoft.com/office/drawing/2014/main" id="{11633F3A-A02E-484B-A978-ACB86BEBBC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2714" y="2949712"/>
                <a:ext cx="0" cy="6916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線矢印コネクタ 175">
                <a:extLst>
                  <a:ext uri="{FF2B5EF4-FFF2-40B4-BE49-F238E27FC236}">
                    <a16:creationId xmlns:a16="http://schemas.microsoft.com/office/drawing/2014/main" id="{597A00DB-6BD7-485A-AC1E-578B26DCE1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456" y="3650147"/>
                <a:ext cx="59099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楕円 176">
                <a:extLst>
                  <a:ext uri="{FF2B5EF4-FFF2-40B4-BE49-F238E27FC236}">
                    <a16:creationId xmlns:a16="http://schemas.microsoft.com/office/drawing/2014/main" id="{321B8832-3877-4FD2-A76C-E8364737D91B}"/>
                  </a:ext>
                </a:extLst>
              </p:cNvPr>
              <p:cNvSpPr/>
              <p:nvPr/>
            </p:nvSpPr>
            <p:spPr>
              <a:xfrm>
                <a:off x="2654569" y="3498036"/>
                <a:ext cx="293997" cy="28708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74" name="楕円 173">
              <a:extLst>
                <a:ext uri="{FF2B5EF4-FFF2-40B4-BE49-F238E27FC236}">
                  <a16:creationId xmlns:a16="http://schemas.microsoft.com/office/drawing/2014/main" id="{860834E9-A0C1-4571-A06C-E7AFD642EDCD}"/>
                </a:ext>
              </a:extLst>
            </p:cNvPr>
            <p:cNvSpPr/>
            <p:nvPr/>
          </p:nvSpPr>
          <p:spPr>
            <a:xfrm>
              <a:off x="2741803" y="3583218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2DAF32-8A14-4344-A324-25B32930FBC3}"/>
              </a:ext>
            </a:extLst>
          </p:cNvPr>
          <p:cNvGrpSpPr/>
          <p:nvPr/>
        </p:nvGrpSpPr>
        <p:grpSpPr>
          <a:xfrm>
            <a:off x="5201356" y="2033456"/>
            <a:ext cx="1172336" cy="1169819"/>
            <a:chOff x="5185590" y="1959884"/>
            <a:chExt cx="1172336" cy="1169819"/>
          </a:xfrm>
        </p:grpSpPr>
        <p:grpSp>
          <p:nvGrpSpPr>
            <p:cNvPr id="162" name="グループ化 161">
              <a:extLst>
                <a:ext uri="{FF2B5EF4-FFF2-40B4-BE49-F238E27FC236}">
                  <a16:creationId xmlns:a16="http://schemas.microsoft.com/office/drawing/2014/main" id="{68A51AFA-8FE6-47E3-B313-B84DC840B6B5}"/>
                </a:ext>
              </a:extLst>
            </p:cNvPr>
            <p:cNvGrpSpPr/>
            <p:nvPr/>
          </p:nvGrpSpPr>
          <p:grpSpPr>
            <a:xfrm rot="5400000">
              <a:off x="5480450" y="2040567"/>
              <a:ext cx="763110" cy="835404"/>
              <a:chOff x="2185456" y="2949712"/>
              <a:chExt cx="763110" cy="835404"/>
            </a:xfrm>
          </p:grpSpPr>
          <p:grpSp>
            <p:nvGrpSpPr>
              <p:cNvPr id="163" name="グループ化 162">
                <a:extLst>
                  <a:ext uri="{FF2B5EF4-FFF2-40B4-BE49-F238E27FC236}">
                    <a16:creationId xmlns:a16="http://schemas.microsoft.com/office/drawing/2014/main" id="{880FB2CD-5B4E-47EA-8F0F-7BCB2155D83C}"/>
                  </a:ext>
                </a:extLst>
              </p:cNvPr>
              <p:cNvGrpSpPr/>
              <p:nvPr/>
            </p:nvGrpSpPr>
            <p:grpSpPr>
              <a:xfrm>
                <a:off x="2185456" y="2949712"/>
                <a:ext cx="763110" cy="835404"/>
                <a:chOff x="2185456" y="2949712"/>
                <a:chExt cx="763110" cy="835404"/>
              </a:xfrm>
            </p:grpSpPr>
            <p:cxnSp>
              <p:nvCxnSpPr>
                <p:cNvPr id="165" name="直線矢印コネクタ 164">
                  <a:extLst>
                    <a:ext uri="{FF2B5EF4-FFF2-40B4-BE49-F238E27FC236}">
                      <a16:creationId xmlns:a16="http://schemas.microsoft.com/office/drawing/2014/main" id="{1B1DD98D-7AC5-416C-B074-F6B4D906DC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714" y="2949712"/>
                  <a:ext cx="0" cy="69168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線矢印コネクタ 165">
                  <a:extLst>
                    <a:ext uri="{FF2B5EF4-FFF2-40B4-BE49-F238E27FC236}">
                      <a16:creationId xmlns:a16="http://schemas.microsoft.com/office/drawing/2014/main" id="{19555E5A-8CA1-4E93-94BD-1A1E1434C4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456" y="3650147"/>
                  <a:ext cx="59099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楕円 166">
                  <a:extLst>
                    <a:ext uri="{FF2B5EF4-FFF2-40B4-BE49-F238E27FC236}">
                      <a16:creationId xmlns:a16="http://schemas.microsoft.com/office/drawing/2014/main" id="{AEB890D2-24BD-43BE-ACBA-2013CBD1178C}"/>
                    </a:ext>
                  </a:extLst>
                </p:cNvPr>
                <p:cNvSpPr/>
                <p:nvPr/>
              </p:nvSpPr>
              <p:spPr>
                <a:xfrm>
                  <a:off x="2654569" y="3498036"/>
                  <a:ext cx="293997" cy="287080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64" name="楕円 163">
                <a:extLst>
                  <a:ext uri="{FF2B5EF4-FFF2-40B4-BE49-F238E27FC236}">
                    <a16:creationId xmlns:a16="http://schemas.microsoft.com/office/drawing/2014/main" id="{2CFFB0A5-832A-4513-8CCD-0EDA6161182C}"/>
                  </a:ext>
                </a:extLst>
              </p:cNvPr>
              <p:cNvSpPr/>
              <p:nvPr/>
            </p:nvSpPr>
            <p:spPr>
              <a:xfrm>
                <a:off x="2741803" y="3583218"/>
                <a:ext cx="119529" cy="116717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テキスト ボックス 178">
                  <a:extLst>
                    <a:ext uri="{FF2B5EF4-FFF2-40B4-BE49-F238E27FC236}">
                      <a16:creationId xmlns:a16="http://schemas.microsoft.com/office/drawing/2014/main" id="{18B24E4D-3838-4517-A10E-7A03A7FF482A}"/>
                    </a:ext>
                  </a:extLst>
                </p:cNvPr>
                <p:cNvSpPr txBox="1"/>
                <p:nvPr/>
              </p:nvSpPr>
              <p:spPr>
                <a:xfrm>
                  <a:off x="6096957" y="2725174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79" name="テキスト ボックス 178">
                  <a:extLst>
                    <a:ext uri="{FF2B5EF4-FFF2-40B4-BE49-F238E27FC236}">
                      <a16:creationId xmlns:a16="http://schemas.microsoft.com/office/drawing/2014/main" id="{18B24E4D-3838-4517-A10E-7A03A7FF4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957" y="2725174"/>
                  <a:ext cx="260969" cy="369332"/>
                </a:xfrm>
                <a:prstGeom prst="rect">
                  <a:avLst/>
                </a:prstGeom>
                <a:blipFill>
                  <a:blip r:embed="rId58"/>
                  <a:stretch>
                    <a:fillRect l="-13953" r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テキスト ボックス 179">
                  <a:extLst>
                    <a:ext uri="{FF2B5EF4-FFF2-40B4-BE49-F238E27FC236}">
                      <a16:creationId xmlns:a16="http://schemas.microsoft.com/office/drawing/2014/main" id="{9A50C3D8-A9AD-4E90-87F3-B9E79A26EE9B}"/>
                    </a:ext>
                  </a:extLst>
                </p:cNvPr>
                <p:cNvSpPr txBox="1"/>
                <p:nvPr/>
              </p:nvSpPr>
              <p:spPr>
                <a:xfrm>
                  <a:off x="5185590" y="1959884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80" name="テキスト ボックス 179">
                  <a:extLst>
                    <a:ext uri="{FF2B5EF4-FFF2-40B4-BE49-F238E27FC236}">
                      <a16:creationId xmlns:a16="http://schemas.microsoft.com/office/drawing/2014/main" id="{9A50C3D8-A9AD-4E90-87F3-B9E79A26E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5590" y="1959884"/>
                  <a:ext cx="264944" cy="369332"/>
                </a:xfrm>
                <a:prstGeom prst="rect">
                  <a:avLst/>
                </a:prstGeom>
                <a:blipFill>
                  <a:blip r:embed="rId59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テキスト ボックス 180">
                  <a:extLst>
                    <a:ext uri="{FF2B5EF4-FFF2-40B4-BE49-F238E27FC236}">
                      <a16:creationId xmlns:a16="http://schemas.microsoft.com/office/drawing/2014/main" id="{9B513651-E422-433A-AB84-1A3CE8C25286}"/>
                    </a:ext>
                  </a:extLst>
                </p:cNvPr>
                <p:cNvSpPr txBox="1"/>
                <p:nvPr/>
              </p:nvSpPr>
              <p:spPr>
                <a:xfrm>
                  <a:off x="5394792" y="276037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81" name="テキスト ボックス 180">
                  <a:extLst>
                    <a:ext uri="{FF2B5EF4-FFF2-40B4-BE49-F238E27FC236}">
                      <a16:creationId xmlns:a16="http://schemas.microsoft.com/office/drawing/2014/main" id="{9B513651-E422-433A-AB84-1A3CE8C25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792" y="2760371"/>
                  <a:ext cx="242502" cy="369332"/>
                </a:xfrm>
                <a:prstGeom prst="rect">
                  <a:avLst/>
                </a:prstGeom>
                <a:blipFill>
                  <a:blip r:embed="rId60"/>
                  <a:stretch>
                    <a:fillRect l="-15385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グループ化 188">
            <a:extLst>
              <a:ext uri="{FF2B5EF4-FFF2-40B4-BE49-F238E27FC236}">
                <a16:creationId xmlns:a16="http://schemas.microsoft.com/office/drawing/2014/main" id="{D1945E5F-6C2B-4428-A682-BBB8A107B6C9}"/>
              </a:ext>
            </a:extLst>
          </p:cNvPr>
          <p:cNvGrpSpPr/>
          <p:nvPr/>
        </p:nvGrpSpPr>
        <p:grpSpPr>
          <a:xfrm rot="5400000">
            <a:off x="5564533" y="4021767"/>
            <a:ext cx="763110" cy="835404"/>
            <a:chOff x="2185456" y="2949712"/>
            <a:chExt cx="763110" cy="835404"/>
          </a:xfrm>
        </p:grpSpPr>
        <p:grpSp>
          <p:nvGrpSpPr>
            <p:cNvPr id="193" name="グループ化 192">
              <a:extLst>
                <a:ext uri="{FF2B5EF4-FFF2-40B4-BE49-F238E27FC236}">
                  <a16:creationId xmlns:a16="http://schemas.microsoft.com/office/drawing/2014/main" id="{6E3D8708-6063-4D3A-AAC8-44C86CA7F1BA}"/>
                </a:ext>
              </a:extLst>
            </p:cNvPr>
            <p:cNvGrpSpPr/>
            <p:nvPr/>
          </p:nvGrpSpPr>
          <p:grpSpPr>
            <a:xfrm>
              <a:off x="2185456" y="2949712"/>
              <a:ext cx="763110" cy="835404"/>
              <a:chOff x="2185456" y="2949712"/>
              <a:chExt cx="763110" cy="835404"/>
            </a:xfrm>
          </p:grpSpPr>
          <p:cxnSp>
            <p:nvCxnSpPr>
              <p:cNvPr id="195" name="直線矢印コネクタ 194">
                <a:extLst>
                  <a:ext uri="{FF2B5EF4-FFF2-40B4-BE49-F238E27FC236}">
                    <a16:creationId xmlns:a16="http://schemas.microsoft.com/office/drawing/2014/main" id="{41BC9D45-DDDB-42D2-97E1-DD786F6C29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2714" y="2949712"/>
                <a:ext cx="0" cy="6916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線矢印コネクタ 195">
                <a:extLst>
                  <a:ext uri="{FF2B5EF4-FFF2-40B4-BE49-F238E27FC236}">
                    <a16:creationId xmlns:a16="http://schemas.microsoft.com/office/drawing/2014/main" id="{0D7730E6-8AD5-4B95-BDBD-B22AD78B4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456" y="3650147"/>
                <a:ext cx="59099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楕円 196">
                <a:extLst>
                  <a:ext uri="{FF2B5EF4-FFF2-40B4-BE49-F238E27FC236}">
                    <a16:creationId xmlns:a16="http://schemas.microsoft.com/office/drawing/2014/main" id="{FBCEF6B7-5FC1-47AD-BAA9-E87D9B3376BC}"/>
                  </a:ext>
                </a:extLst>
              </p:cNvPr>
              <p:cNvSpPr/>
              <p:nvPr/>
            </p:nvSpPr>
            <p:spPr>
              <a:xfrm>
                <a:off x="2654569" y="3498036"/>
                <a:ext cx="293997" cy="28708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94" name="楕円 193">
              <a:extLst>
                <a:ext uri="{FF2B5EF4-FFF2-40B4-BE49-F238E27FC236}">
                  <a16:creationId xmlns:a16="http://schemas.microsoft.com/office/drawing/2014/main" id="{BD1C34A5-91EE-40E3-87FB-A4E079332561}"/>
                </a:ext>
              </a:extLst>
            </p:cNvPr>
            <p:cNvSpPr/>
            <p:nvPr/>
          </p:nvSpPr>
          <p:spPr>
            <a:xfrm>
              <a:off x="2741803" y="3583218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テキスト ボックス 189">
                <a:extLst>
                  <a:ext uri="{FF2B5EF4-FFF2-40B4-BE49-F238E27FC236}">
                    <a16:creationId xmlns:a16="http://schemas.microsoft.com/office/drawing/2014/main" id="{2229736B-C263-43C9-990B-0A2706C798D8}"/>
                  </a:ext>
                </a:extLst>
              </p:cNvPr>
              <p:cNvSpPr txBox="1"/>
              <p:nvPr/>
            </p:nvSpPr>
            <p:spPr>
              <a:xfrm>
                <a:off x="5991854" y="4301726"/>
                <a:ext cx="260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90" name="テキスト ボックス 189">
                <a:extLst>
                  <a:ext uri="{FF2B5EF4-FFF2-40B4-BE49-F238E27FC236}">
                    <a16:creationId xmlns:a16="http://schemas.microsoft.com/office/drawing/2014/main" id="{2229736B-C263-43C9-990B-0A2706C79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854" y="4301726"/>
                <a:ext cx="260969" cy="369332"/>
              </a:xfrm>
              <a:prstGeom prst="rect">
                <a:avLst/>
              </a:prstGeom>
              <a:blipFill>
                <a:blip r:embed="rId61"/>
                <a:stretch>
                  <a:fillRect l="-13953" r="-69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テキスト ボックス 190">
                <a:extLst>
                  <a:ext uri="{FF2B5EF4-FFF2-40B4-BE49-F238E27FC236}">
                    <a16:creationId xmlns:a16="http://schemas.microsoft.com/office/drawing/2014/main" id="{E7DDA39A-DBFA-46B8-AD15-FD58BC9363F4}"/>
                  </a:ext>
                </a:extLst>
              </p:cNvPr>
              <p:cNvSpPr txBox="1"/>
              <p:nvPr/>
            </p:nvSpPr>
            <p:spPr>
              <a:xfrm>
                <a:off x="5711107" y="4046188"/>
                <a:ext cx="2649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91" name="テキスト ボックス 190">
                <a:extLst>
                  <a:ext uri="{FF2B5EF4-FFF2-40B4-BE49-F238E27FC236}">
                    <a16:creationId xmlns:a16="http://schemas.microsoft.com/office/drawing/2014/main" id="{E7DDA39A-DBFA-46B8-AD15-FD58BC936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107" y="4046188"/>
                <a:ext cx="264944" cy="369332"/>
              </a:xfrm>
              <a:prstGeom prst="rect">
                <a:avLst/>
              </a:prstGeom>
              <a:blipFill>
                <a:blip r:embed="rId62"/>
                <a:stretch>
                  <a:fillRect l="-25581" r="-23256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テキスト ボックス 191">
                <a:extLst>
                  <a:ext uri="{FF2B5EF4-FFF2-40B4-BE49-F238E27FC236}">
                    <a16:creationId xmlns:a16="http://schemas.microsoft.com/office/drawing/2014/main" id="{111D543F-169E-4EB6-87A8-2A1A35897973}"/>
                  </a:ext>
                </a:extLst>
              </p:cNvPr>
              <p:cNvSpPr txBox="1"/>
              <p:nvPr/>
            </p:nvSpPr>
            <p:spPr>
              <a:xfrm>
                <a:off x="5436833" y="4783613"/>
                <a:ext cx="2425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92" name="テキスト ボックス 191">
                <a:extLst>
                  <a:ext uri="{FF2B5EF4-FFF2-40B4-BE49-F238E27FC236}">
                    <a16:creationId xmlns:a16="http://schemas.microsoft.com/office/drawing/2014/main" id="{111D543F-169E-4EB6-87A8-2A1A35897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833" y="4783613"/>
                <a:ext cx="242502" cy="369332"/>
              </a:xfrm>
              <a:prstGeom prst="rect">
                <a:avLst/>
              </a:prstGeom>
              <a:blipFill>
                <a:blip r:embed="rId63"/>
                <a:stretch>
                  <a:fillRect l="-15000" r="-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テキスト ボックス 197">
                <a:extLst>
                  <a:ext uri="{FF2B5EF4-FFF2-40B4-BE49-F238E27FC236}">
                    <a16:creationId xmlns:a16="http://schemas.microsoft.com/office/drawing/2014/main" id="{BA283366-8A36-494E-8209-9EDB5AC0E352}"/>
                  </a:ext>
                </a:extLst>
              </p:cNvPr>
              <p:cNvSpPr txBox="1"/>
              <p:nvPr/>
            </p:nvSpPr>
            <p:spPr>
              <a:xfrm>
                <a:off x="4220755" y="4717922"/>
                <a:ext cx="397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8" name="テキスト ボックス 197">
                <a:extLst>
                  <a:ext uri="{FF2B5EF4-FFF2-40B4-BE49-F238E27FC236}">
                    <a16:creationId xmlns:a16="http://schemas.microsoft.com/office/drawing/2014/main" id="{BA283366-8A36-494E-8209-9EDB5AC0E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755" y="4717922"/>
                <a:ext cx="397481" cy="276999"/>
              </a:xfrm>
              <a:prstGeom prst="rect">
                <a:avLst/>
              </a:prstGeom>
              <a:blipFill>
                <a:blip r:embed="rId64"/>
                <a:stretch>
                  <a:fillRect l="-10606" r="-454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テキスト ボックス 198">
                <a:extLst>
                  <a:ext uri="{FF2B5EF4-FFF2-40B4-BE49-F238E27FC236}">
                    <a16:creationId xmlns:a16="http://schemas.microsoft.com/office/drawing/2014/main" id="{8C24FEDB-FEFB-4080-8DA6-02E13480BFE9}"/>
                  </a:ext>
                </a:extLst>
              </p:cNvPr>
              <p:cNvSpPr txBox="1"/>
              <p:nvPr/>
            </p:nvSpPr>
            <p:spPr>
              <a:xfrm>
                <a:off x="6070576" y="3966432"/>
                <a:ext cx="397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9" name="テキスト ボックス 198">
                <a:extLst>
                  <a:ext uri="{FF2B5EF4-FFF2-40B4-BE49-F238E27FC236}">
                    <a16:creationId xmlns:a16="http://schemas.microsoft.com/office/drawing/2014/main" id="{8C24FEDB-FEFB-4080-8DA6-02E13480B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576" y="3966432"/>
                <a:ext cx="397481" cy="276999"/>
              </a:xfrm>
              <a:prstGeom prst="rect">
                <a:avLst/>
              </a:prstGeom>
              <a:blipFill>
                <a:blip r:embed="rId65"/>
                <a:stretch>
                  <a:fillRect l="-12308" r="-461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テキスト ボックス 199">
                <a:extLst>
                  <a:ext uri="{FF2B5EF4-FFF2-40B4-BE49-F238E27FC236}">
                    <a16:creationId xmlns:a16="http://schemas.microsoft.com/office/drawing/2014/main" id="{6F3F8881-2E49-4FC3-90D7-DD9CD65E5343}"/>
                  </a:ext>
                </a:extLst>
              </p:cNvPr>
              <p:cNvSpPr txBox="1"/>
              <p:nvPr/>
            </p:nvSpPr>
            <p:spPr>
              <a:xfrm>
                <a:off x="5471487" y="1732983"/>
                <a:ext cx="397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0" name="テキスト ボックス 199">
                <a:extLst>
                  <a:ext uri="{FF2B5EF4-FFF2-40B4-BE49-F238E27FC236}">
                    <a16:creationId xmlns:a16="http://schemas.microsoft.com/office/drawing/2014/main" id="{6F3F8881-2E49-4FC3-90D7-DD9CD65E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87" y="1732983"/>
                <a:ext cx="397481" cy="276999"/>
              </a:xfrm>
              <a:prstGeom prst="rect">
                <a:avLst/>
              </a:prstGeom>
              <a:blipFill>
                <a:blip r:embed="rId66"/>
                <a:stretch>
                  <a:fillRect l="-12308" r="-461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1" name="グループ化 200">
            <a:extLst>
              <a:ext uri="{FF2B5EF4-FFF2-40B4-BE49-F238E27FC236}">
                <a16:creationId xmlns:a16="http://schemas.microsoft.com/office/drawing/2014/main" id="{5BBAC1E8-4177-46DA-B364-0EDDB2EBC164}"/>
              </a:ext>
            </a:extLst>
          </p:cNvPr>
          <p:cNvGrpSpPr/>
          <p:nvPr/>
        </p:nvGrpSpPr>
        <p:grpSpPr>
          <a:xfrm>
            <a:off x="518998" y="696677"/>
            <a:ext cx="784700" cy="970604"/>
            <a:chOff x="1016419" y="5796208"/>
            <a:chExt cx="784700" cy="970604"/>
          </a:xfrm>
        </p:grpSpPr>
        <p:cxnSp>
          <p:nvCxnSpPr>
            <p:cNvPr id="202" name="直線矢印コネクタ 201">
              <a:extLst>
                <a:ext uri="{FF2B5EF4-FFF2-40B4-BE49-F238E27FC236}">
                  <a16:creationId xmlns:a16="http://schemas.microsoft.com/office/drawing/2014/main" id="{C341FB8A-2924-4524-8A0F-A1B4E2910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矢印コネクタ 202">
              <a:extLst>
                <a:ext uri="{FF2B5EF4-FFF2-40B4-BE49-F238E27FC236}">
                  <a16:creationId xmlns:a16="http://schemas.microsoft.com/office/drawing/2014/main" id="{6F6AB405-FF43-4C25-AE29-A8F6049B2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楕円 203">
              <a:extLst>
                <a:ext uri="{FF2B5EF4-FFF2-40B4-BE49-F238E27FC236}">
                  <a16:creationId xmlns:a16="http://schemas.microsoft.com/office/drawing/2014/main" id="{6C8694BC-66A2-4B6A-A891-ABCFD0CDDDCE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テキスト ボックス 204">
                  <a:extLst>
                    <a:ext uri="{FF2B5EF4-FFF2-40B4-BE49-F238E27FC236}">
                      <a16:creationId xmlns:a16="http://schemas.microsoft.com/office/drawing/2014/main" id="{96BB1B52-CC2A-4183-803C-F816E93BC3CE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テキスト ボックス 205">
                  <a:extLst>
                    <a:ext uri="{FF2B5EF4-FFF2-40B4-BE49-F238E27FC236}">
                      <a16:creationId xmlns:a16="http://schemas.microsoft.com/office/drawing/2014/main" id="{6C37BC53-6749-4A1A-93CA-D23863666817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テキスト ボックス 206">
                  <a:extLst>
                    <a:ext uri="{FF2B5EF4-FFF2-40B4-BE49-F238E27FC236}">
                      <a16:creationId xmlns:a16="http://schemas.microsoft.com/office/drawing/2014/main" id="{4F5F8807-EF4C-4D82-A8C8-DAFAE2540EFB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8" name="楕円 207">
              <a:extLst>
                <a:ext uri="{FF2B5EF4-FFF2-40B4-BE49-F238E27FC236}">
                  <a16:creationId xmlns:a16="http://schemas.microsoft.com/office/drawing/2014/main" id="{1A2078AE-BF50-4329-85BB-FCB645D4DEF4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E16053B-0FFC-4D54-ADD0-175F7B34BFD6}"/>
                  </a:ext>
                </a:extLst>
              </p:cNvPr>
              <p:cNvSpPr txBox="1"/>
              <p:nvPr/>
            </p:nvSpPr>
            <p:spPr>
              <a:xfrm>
                <a:off x="7907109" y="136634"/>
                <a:ext cx="4337919" cy="67485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/>
                  <a:t>座標変換</a:t>
                </a:r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b="0" dirty="0"/>
              </a:p>
              <a:p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ja-JP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b="0" dirty="0"/>
              </a:p>
              <a:p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ja-JP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ja-JP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b="0" dirty="0"/>
              </a:p>
              <a:p>
                <a:endParaRPr kumimoji="1" lang="en-US" altLang="ja-JP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E16053B-0FFC-4D54-ADD0-175F7B34B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109" y="136634"/>
                <a:ext cx="4337919" cy="6748514"/>
              </a:xfrm>
              <a:prstGeom prst="rect">
                <a:avLst/>
              </a:prstGeom>
              <a:blipFill>
                <a:blip r:embed="rId67"/>
                <a:stretch>
                  <a:fillRect l="-1124" t="-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テキスト ボックス 208">
                <a:extLst>
                  <a:ext uri="{FF2B5EF4-FFF2-40B4-BE49-F238E27FC236}">
                    <a16:creationId xmlns:a16="http://schemas.microsoft.com/office/drawing/2014/main" id="{8FC92638-4AF6-4F29-8CA0-4E54CFC5F24E}"/>
                  </a:ext>
                </a:extLst>
              </p:cNvPr>
              <p:cNvSpPr txBox="1"/>
              <p:nvPr/>
            </p:nvSpPr>
            <p:spPr>
              <a:xfrm>
                <a:off x="4234521" y="4259886"/>
                <a:ext cx="1440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09" name="テキスト ボックス 208">
                <a:extLst>
                  <a:ext uri="{FF2B5EF4-FFF2-40B4-BE49-F238E27FC236}">
                    <a16:creationId xmlns:a16="http://schemas.microsoft.com/office/drawing/2014/main" id="{8FC92638-4AF6-4F29-8CA0-4E54CFC5F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521" y="4259886"/>
                <a:ext cx="1440971" cy="276999"/>
              </a:xfrm>
              <a:prstGeom prst="rect">
                <a:avLst/>
              </a:prstGeom>
              <a:blipFill>
                <a:blip r:embed="rId68"/>
                <a:stretch>
                  <a:fillRect l="-14407" t="-175556" r="-2119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7E2D53E0-0C63-4AFA-B620-9D9B9E70CCF4}"/>
                  </a:ext>
                </a:extLst>
              </p:cNvPr>
              <p:cNvSpPr txBox="1"/>
              <p:nvPr/>
            </p:nvSpPr>
            <p:spPr>
              <a:xfrm>
                <a:off x="4797692" y="3217628"/>
                <a:ext cx="1343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7E2D53E0-0C63-4AFA-B620-9D9B9E70C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692" y="3217628"/>
                <a:ext cx="1343766" cy="276999"/>
              </a:xfrm>
              <a:prstGeom prst="rect">
                <a:avLst/>
              </a:prstGeom>
              <a:blipFill>
                <a:blip r:embed="rId69"/>
                <a:stretch>
                  <a:fillRect l="-22273" t="-175556" r="-2273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3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CB54EF9-CD9E-4859-9322-50FDA4FD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" y="344579"/>
            <a:ext cx="12192000" cy="6168842"/>
          </a:xfrm>
          <a:prstGeom prst="rect">
            <a:avLst/>
          </a:prstGeom>
        </p:spPr>
      </p:pic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BC52FA9C-B54B-4022-B441-214F40C6F024}"/>
              </a:ext>
            </a:extLst>
          </p:cNvPr>
          <p:cNvCxnSpPr/>
          <p:nvPr/>
        </p:nvCxnSpPr>
        <p:spPr>
          <a:xfrm>
            <a:off x="3812148" y="392806"/>
            <a:ext cx="0" cy="233107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DFF0EDB-19C5-434E-BC34-9CF7FD1B87CF}"/>
              </a:ext>
            </a:extLst>
          </p:cNvPr>
          <p:cNvCxnSpPr/>
          <p:nvPr/>
        </p:nvCxnSpPr>
        <p:spPr>
          <a:xfrm>
            <a:off x="1571223" y="270456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DDA78BA-539C-4B2C-89B6-BA8E024C17E5}"/>
                  </a:ext>
                </a:extLst>
              </p:cNvPr>
              <p:cNvSpPr txBox="1"/>
              <p:nvPr/>
            </p:nvSpPr>
            <p:spPr>
              <a:xfrm>
                <a:off x="4060065" y="2366492"/>
                <a:ext cx="387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DDA78BA-539C-4B2C-89B6-BA8E024C1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065" y="2366492"/>
                <a:ext cx="387222" cy="276999"/>
              </a:xfrm>
              <a:prstGeom prst="rect">
                <a:avLst/>
              </a:prstGeom>
              <a:blipFill>
                <a:blip r:embed="rId15"/>
                <a:stretch>
                  <a:fillRect l="-10938" r="-468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/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blipFill>
                <a:blip r:embed="rId16"/>
                <a:stretch>
                  <a:fillRect l="-12698" r="-4762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/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blipFill>
                <a:blip r:embed="rId17"/>
                <a:stretch>
                  <a:fillRect l="-10938" r="-4688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/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blipFill>
                <a:blip r:embed="rId18"/>
                <a:stretch>
                  <a:fillRect l="-8247" r="-8247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/>
              <p:nvPr/>
            </p:nvSpPr>
            <p:spPr>
              <a:xfrm>
                <a:off x="5963992" y="606380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992" y="606380"/>
                <a:ext cx="591509" cy="276999"/>
              </a:xfrm>
              <a:prstGeom prst="rect">
                <a:avLst/>
              </a:prstGeom>
              <a:blipFill>
                <a:blip r:embed="rId19"/>
                <a:stretch>
                  <a:fillRect l="-7216" r="-9278" b="-65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/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blipFill>
                <a:blip r:embed="rId20"/>
                <a:stretch>
                  <a:fillRect l="-4242" r="-181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/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blipFill>
                <a:blip r:embed="rId21"/>
                <a:stretch>
                  <a:fillRect l="-5224" r="-597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/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3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blipFill>
                <a:blip r:embed="rId22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/>
              <p:nvPr/>
            </p:nvSpPr>
            <p:spPr>
              <a:xfrm>
                <a:off x="2980386" y="5961845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86" y="5961845"/>
                <a:ext cx="591509" cy="276999"/>
              </a:xfrm>
              <a:prstGeom prst="rect">
                <a:avLst/>
              </a:prstGeom>
              <a:blipFill>
                <a:blip r:embed="rId23"/>
                <a:stretch>
                  <a:fillRect l="-8247" r="-8247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2EECAB4-E818-4C6E-ACA5-CEEEA0E132C4}"/>
              </a:ext>
            </a:extLst>
          </p:cNvPr>
          <p:cNvCxnSpPr/>
          <p:nvPr/>
        </p:nvCxnSpPr>
        <p:spPr>
          <a:xfrm>
            <a:off x="1684987" y="4653566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5C755792-F980-485A-ACCA-404443416B03}"/>
              </a:ext>
            </a:extLst>
          </p:cNvPr>
          <p:cNvCxnSpPr/>
          <p:nvPr/>
        </p:nvCxnSpPr>
        <p:spPr>
          <a:xfrm>
            <a:off x="5791201" y="277754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937BC806-9118-4260-8F20-BD94D2BB5475}"/>
              </a:ext>
            </a:extLst>
          </p:cNvPr>
          <p:cNvCxnSpPr/>
          <p:nvPr/>
        </p:nvCxnSpPr>
        <p:spPr>
          <a:xfrm>
            <a:off x="5874914" y="4683617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43C98795-5A8B-4A86-990E-9BF103768030}"/>
              </a:ext>
            </a:extLst>
          </p:cNvPr>
          <p:cNvSpPr/>
          <p:nvPr/>
        </p:nvSpPr>
        <p:spPr>
          <a:xfrm>
            <a:off x="2620851" y="4687910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/>
              <p:nvPr/>
            </p:nvSpPr>
            <p:spPr>
              <a:xfrm>
                <a:off x="1804116" y="5139742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116" y="5139742"/>
                <a:ext cx="822148" cy="276999"/>
              </a:xfrm>
              <a:prstGeom prst="rect">
                <a:avLst/>
              </a:prstGeom>
              <a:blipFill>
                <a:blip r:embed="rId24"/>
                <a:stretch>
                  <a:fillRect l="-5926" r="-5185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A6A806CB-BF42-488D-B6F4-64CA70847E26}"/>
              </a:ext>
            </a:extLst>
          </p:cNvPr>
          <p:cNvSpPr/>
          <p:nvPr/>
        </p:nvSpPr>
        <p:spPr>
          <a:xfrm flipH="1">
            <a:off x="6405093" y="4717962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163C70BB-5DBA-4C2A-BC9D-229F50B772DC}"/>
              </a:ext>
            </a:extLst>
          </p:cNvPr>
          <p:cNvSpPr/>
          <p:nvPr/>
        </p:nvSpPr>
        <p:spPr>
          <a:xfrm flipH="1" flipV="1">
            <a:off x="6319235" y="1998373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/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blipFill>
                <a:blip r:embed="rId25"/>
                <a:stretch>
                  <a:fillRect l="-5926" r="-518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/>
              <p:nvPr/>
            </p:nvSpPr>
            <p:spPr>
              <a:xfrm>
                <a:off x="6850488" y="2014469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488" y="2014469"/>
                <a:ext cx="816762" cy="276999"/>
              </a:xfrm>
              <a:prstGeom prst="rect">
                <a:avLst/>
              </a:prstGeom>
              <a:blipFill>
                <a:blip r:embed="rId26"/>
                <a:stretch>
                  <a:fillRect l="-5970" r="-5224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24CDA3E-8F0B-490F-9627-5A9FDA3FE4DF}"/>
              </a:ext>
            </a:extLst>
          </p:cNvPr>
          <p:cNvCxnSpPr/>
          <p:nvPr/>
        </p:nvCxnSpPr>
        <p:spPr>
          <a:xfrm>
            <a:off x="8480738" y="3870101"/>
            <a:ext cx="33678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CF19EA6-40FD-445B-AC52-0DECC084CD43}"/>
              </a:ext>
            </a:extLst>
          </p:cNvPr>
          <p:cNvCxnSpPr/>
          <p:nvPr/>
        </p:nvCxnSpPr>
        <p:spPr>
          <a:xfrm>
            <a:off x="8609527" y="3934497"/>
            <a:ext cx="1229932" cy="3477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CF1C65C7-B80A-4D47-9D12-C1233F4192E7}"/>
              </a:ext>
            </a:extLst>
          </p:cNvPr>
          <p:cNvCxnSpPr/>
          <p:nvPr/>
        </p:nvCxnSpPr>
        <p:spPr>
          <a:xfrm>
            <a:off x="9837312" y="4325156"/>
            <a:ext cx="1229932" cy="34772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A31E85BC-7337-44C4-92F0-5B6CF8641B6F}"/>
              </a:ext>
            </a:extLst>
          </p:cNvPr>
          <p:cNvCxnSpPr/>
          <p:nvPr/>
        </p:nvCxnSpPr>
        <p:spPr>
          <a:xfrm>
            <a:off x="9800823" y="4288665"/>
            <a:ext cx="1023870" cy="7920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7AAF926F-A9B4-4107-B80B-A6031EEE76C4}"/>
              </a:ext>
            </a:extLst>
          </p:cNvPr>
          <p:cNvGrpSpPr/>
          <p:nvPr/>
        </p:nvGrpSpPr>
        <p:grpSpPr>
          <a:xfrm>
            <a:off x="9639838" y="4088458"/>
            <a:ext cx="386366" cy="380512"/>
            <a:chOff x="8918620" y="425003"/>
            <a:chExt cx="850005" cy="837127"/>
          </a:xfrm>
        </p:grpSpPr>
        <p:sp>
          <p:nvSpPr>
            <p:cNvPr id="103" name="楕円 102">
              <a:extLst>
                <a:ext uri="{FF2B5EF4-FFF2-40B4-BE49-F238E27FC236}">
                  <a16:creationId xmlns:a16="http://schemas.microsoft.com/office/drawing/2014/main" id="{8FCE6BF0-B972-4420-9475-57F89705AECB}"/>
                </a:ext>
              </a:extLst>
            </p:cNvPr>
            <p:cNvSpPr/>
            <p:nvPr/>
          </p:nvSpPr>
          <p:spPr>
            <a:xfrm>
              <a:off x="8918620" y="425003"/>
              <a:ext cx="850005" cy="8371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楕円 103">
              <a:extLst>
                <a:ext uri="{FF2B5EF4-FFF2-40B4-BE49-F238E27FC236}">
                  <a16:creationId xmlns:a16="http://schemas.microsoft.com/office/drawing/2014/main" id="{5D79A2D1-76AB-427C-8DCB-2767511F528A}"/>
                </a:ext>
              </a:extLst>
            </p:cNvPr>
            <p:cNvSpPr/>
            <p:nvPr/>
          </p:nvSpPr>
          <p:spPr>
            <a:xfrm>
              <a:off x="9186087" y="688418"/>
              <a:ext cx="315071" cy="31029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EB4843F-B1B9-4A07-80FE-911B4E76BA07}"/>
              </a:ext>
            </a:extLst>
          </p:cNvPr>
          <p:cNvSpPr/>
          <p:nvPr/>
        </p:nvSpPr>
        <p:spPr>
          <a:xfrm>
            <a:off x="9094923" y="3851329"/>
            <a:ext cx="36648" cy="219559"/>
          </a:xfrm>
          <a:custGeom>
            <a:avLst/>
            <a:gdLst>
              <a:gd name="connsiteX0" fmla="*/ 18081 w 46495"/>
              <a:gd name="connsiteY0" fmla="*/ 0 h 219559"/>
              <a:gd name="connsiteX1" fmla="*/ 46495 w 46495"/>
              <a:gd name="connsiteY1" fmla="*/ 129152 h 219559"/>
              <a:gd name="connsiteX2" fmla="*/ 0 w 46495"/>
              <a:gd name="connsiteY2" fmla="*/ 219559 h 219559"/>
              <a:gd name="connsiteX0" fmla="*/ 18081 w 46776"/>
              <a:gd name="connsiteY0" fmla="*/ 0 h 219559"/>
              <a:gd name="connsiteX1" fmla="*/ 46495 w 46776"/>
              <a:gd name="connsiteY1" fmla="*/ 129152 h 219559"/>
              <a:gd name="connsiteX2" fmla="*/ 0 w 46776"/>
              <a:gd name="connsiteY2" fmla="*/ 219559 h 219559"/>
              <a:gd name="connsiteX0" fmla="*/ 18081 w 36648"/>
              <a:gd name="connsiteY0" fmla="*/ 0 h 219559"/>
              <a:gd name="connsiteX1" fmla="*/ 36163 w 36648"/>
              <a:gd name="connsiteY1" fmla="*/ 118820 h 219559"/>
              <a:gd name="connsiteX2" fmla="*/ 0 w 36648"/>
              <a:gd name="connsiteY2" fmla="*/ 219559 h 219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48" h="219559">
                <a:moveTo>
                  <a:pt x="18081" y="0"/>
                </a:moveTo>
                <a:cubicBezTo>
                  <a:pt x="27552" y="43051"/>
                  <a:pt x="39177" y="82227"/>
                  <a:pt x="36163" y="118820"/>
                </a:cubicBezTo>
                <a:cubicBezTo>
                  <a:pt x="33150" y="155413"/>
                  <a:pt x="15498" y="189423"/>
                  <a:pt x="0" y="21955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BDDCB036-2790-4DFE-AE2B-836B00DBD405}"/>
              </a:ext>
            </a:extLst>
          </p:cNvPr>
          <p:cNvSpPr/>
          <p:nvPr/>
        </p:nvSpPr>
        <p:spPr>
          <a:xfrm rot="1498092">
            <a:off x="10763228" y="4630750"/>
            <a:ext cx="83711" cy="364221"/>
          </a:xfrm>
          <a:custGeom>
            <a:avLst/>
            <a:gdLst>
              <a:gd name="connsiteX0" fmla="*/ 18081 w 46495"/>
              <a:gd name="connsiteY0" fmla="*/ 0 h 219559"/>
              <a:gd name="connsiteX1" fmla="*/ 46495 w 46495"/>
              <a:gd name="connsiteY1" fmla="*/ 129152 h 219559"/>
              <a:gd name="connsiteX2" fmla="*/ 0 w 46495"/>
              <a:gd name="connsiteY2" fmla="*/ 219559 h 219559"/>
              <a:gd name="connsiteX0" fmla="*/ 18081 w 46776"/>
              <a:gd name="connsiteY0" fmla="*/ 0 h 219559"/>
              <a:gd name="connsiteX1" fmla="*/ 46495 w 46776"/>
              <a:gd name="connsiteY1" fmla="*/ 129152 h 219559"/>
              <a:gd name="connsiteX2" fmla="*/ 0 w 46776"/>
              <a:gd name="connsiteY2" fmla="*/ 219559 h 219559"/>
              <a:gd name="connsiteX0" fmla="*/ 18081 w 36648"/>
              <a:gd name="connsiteY0" fmla="*/ 0 h 219559"/>
              <a:gd name="connsiteX1" fmla="*/ 36163 w 36648"/>
              <a:gd name="connsiteY1" fmla="*/ 118820 h 219559"/>
              <a:gd name="connsiteX2" fmla="*/ 0 w 36648"/>
              <a:gd name="connsiteY2" fmla="*/ 219559 h 219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48" h="219559">
                <a:moveTo>
                  <a:pt x="18081" y="0"/>
                </a:moveTo>
                <a:cubicBezTo>
                  <a:pt x="27552" y="43051"/>
                  <a:pt x="39177" y="82227"/>
                  <a:pt x="36163" y="118820"/>
                </a:cubicBezTo>
                <a:cubicBezTo>
                  <a:pt x="33150" y="155413"/>
                  <a:pt x="15498" y="189423"/>
                  <a:pt x="0" y="21955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テキスト ボックス 107">
                <a:extLst>
                  <a:ext uri="{FF2B5EF4-FFF2-40B4-BE49-F238E27FC236}">
                    <a16:creationId xmlns:a16="http://schemas.microsoft.com/office/drawing/2014/main" id="{C32FBD00-BFA5-4A44-B80A-8C7BE5F3FD19}"/>
                  </a:ext>
                </a:extLst>
              </p:cNvPr>
              <p:cNvSpPr txBox="1"/>
              <p:nvPr/>
            </p:nvSpPr>
            <p:spPr>
              <a:xfrm>
                <a:off x="8523520" y="4111863"/>
                <a:ext cx="835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08" name="テキスト ボックス 107">
                <a:extLst>
                  <a:ext uri="{FF2B5EF4-FFF2-40B4-BE49-F238E27FC236}">
                    <a16:creationId xmlns:a16="http://schemas.microsoft.com/office/drawing/2014/main" id="{C32FBD00-BFA5-4A44-B80A-8C7BE5F3F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520" y="4111863"/>
                <a:ext cx="835678" cy="276999"/>
              </a:xfrm>
              <a:prstGeom prst="rect">
                <a:avLst/>
              </a:prstGeom>
              <a:blipFill>
                <a:blip r:embed="rId27"/>
                <a:stretch>
                  <a:fillRect l="-5109" r="-5839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4F892F3D-BD93-4AA7-8801-A4767B2AB140}"/>
                  </a:ext>
                </a:extLst>
              </p:cNvPr>
              <p:cNvSpPr txBox="1"/>
              <p:nvPr/>
            </p:nvSpPr>
            <p:spPr>
              <a:xfrm>
                <a:off x="10474409" y="5092780"/>
                <a:ext cx="835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4F892F3D-BD93-4AA7-8801-A4767B2AB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409" y="5092780"/>
                <a:ext cx="835678" cy="276999"/>
              </a:xfrm>
              <a:prstGeom prst="rect">
                <a:avLst/>
              </a:prstGeom>
              <a:blipFill>
                <a:blip r:embed="rId28"/>
                <a:stretch>
                  <a:fillRect l="-5109" r="-5839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9DFBB0E-5ECE-4FCE-8A16-30CFD8F98E25}"/>
              </a:ext>
            </a:extLst>
          </p:cNvPr>
          <p:cNvGrpSpPr/>
          <p:nvPr/>
        </p:nvGrpSpPr>
        <p:grpSpPr>
          <a:xfrm>
            <a:off x="10069021" y="2312571"/>
            <a:ext cx="954925" cy="906999"/>
            <a:chOff x="10273973" y="1377150"/>
            <a:chExt cx="954925" cy="906999"/>
          </a:xfrm>
        </p:grpSpPr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A02526A8-96D2-4411-891D-38B28BBEA0D4}"/>
                </a:ext>
              </a:extLst>
            </p:cNvPr>
            <p:cNvGrpSpPr/>
            <p:nvPr/>
          </p:nvGrpSpPr>
          <p:grpSpPr>
            <a:xfrm flipH="1">
              <a:off x="10465788" y="1448745"/>
              <a:ext cx="763110" cy="835404"/>
              <a:chOff x="4014952" y="5964621"/>
              <a:chExt cx="916065" cy="1002849"/>
            </a:xfrm>
          </p:grpSpPr>
          <p:cxnSp>
            <p:nvCxnSpPr>
              <p:cNvPr id="110" name="直線矢印コネクタ 109">
                <a:extLst>
                  <a:ext uri="{FF2B5EF4-FFF2-40B4-BE49-F238E27FC236}">
                    <a16:creationId xmlns:a16="http://schemas.microsoft.com/office/drawing/2014/main" id="{F4948CFB-8846-4461-84C5-0FD83A63A8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55931" y="5964621"/>
                <a:ext cx="0" cy="8303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矢印コネクタ 110">
                <a:extLst>
                  <a:ext uri="{FF2B5EF4-FFF2-40B4-BE49-F238E27FC236}">
                    <a16:creationId xmlns:a16="http://schemas.microsoft.com/office/drawing/2014/main" id="{E011B32A-E3F2-48FF-8F83-D1D6C4F325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4952" y="6805448"/>
                <a:ext cx="70944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楕円 111">
                <a:extLst>
                  <a:ext uri="{FF2B5EF4-FFF2-40B4-BE49-F238E27FC236}">
                    <a16:creationId xmlns:a16="http://schemas.microsoft.com/office/drawing/2014/main" id="{B09567D2-5FDC-4EFD-8471-0C62341803ED}"/>
                  </a:ext>
                </a:extLst>
              </p:cNvPr>
              <p:cNvSpPr/>
              <p:nvPr/>
            </p:nvSpPr>
            <p:spPr>
              <a:xfrm>
                <a:off x="4578092" y="6622849"/>
                <a:ext cx="352925" cy="34462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13" name="直線コネクタ 112">
                <a:extLst>
                  <a:ext uri="{FF2B5EF4-FFF2-40B4-BE49-F238E27FC236}">
                    <a16:creationId xmlns:a16="http://schemas.microsoft.com/office/drawing/2014/main" id="{8A20C357-45DE-4273-B543-E11722750F3B}"/>
                  </a:ext>
                </a:extLst>
              </p:cNvPr>
              <p:cNvCxnSpPr>
                <a:stCxn id="112" idx="1"/>
                <a:endCxn id="112" idx="5"/>
              </p:cNvCxnSpPr>
              <p:nvPr/>
            </p:nvCxnSpPr>
            <p:spPr>
              <a:xfrm>
                <a:off x="4629777" y="6673318"/>
                <a:ext cx="249555" cy="2436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コネクタ 113">
                <a:extLst>
                  <a:ext uri="{FF2B5EF4-FFF2-40B4-BE49-F238E27FC236}">
                    <a16:creationId xmlns:a16="http://schemas.microsoft.com/office/drawing/2014/main" id="{80C0020D-9A9B-4FED-923E-B7DF612BF2E9}"/>
                  </a:ext>
                </a:extLst>
              </p:cNvPr>
              <p:cNvCxnSpPr>
                <a:cxnSpLocks/>
                <a:stCxn id="112" idx="7"/>
                <a:endCxn id="112" idx="3"/>
              </p:cNvCxnSpPr>
              <p:nvPr/>
            </p:nvCxnSpPr>
            <p:spPr>
              <a:xfrm flipH="1">
                <a:off x="4629777" y="6673318"/>
                <a:ext cx="249555" cy="2436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DAADCE86-836F-45F6-A710-3E952871DB89}"/>
                    </a:ext>
                  </a:extLst>
                </p:cNvPr>
                <p:cNvSpPr txBox="1"/>
                <p:nvPr/>
              </p:nvSpPr>
              <p:spPr>
                <a:xfrm>
                  <a:off x="10952408" y="1722881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DAADCE86-836F-45F6-A710-3E952871D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2408" y="1722881"/>
                  <a:ext cx="260969" cy="369332"/>
                </a:xfrm>
                <a:prstGeom prst="rect">
                  <a:avLst/>
                </a:prstGeom>
                <a:blipFill>
                  <a:blip r:embed="rId29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25115F7F-B803-4B97-9DFA-E1523D44F383}"/>
                    </a:ext>
                  </a:extLst>
                </p:cNvPr>
                <p:cNvSpPr txBox="1"/>
                <p:nvPr/>
              </p:nvSpPr>
              <p:spPr>
                <a:xfrm>
                  <a:off x="10273973" y="1748565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25115F7F-B803-4B97-9DFA-E1523D44F3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3973" y="1748565"/>
                  <a:ext cx="264944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25581" r="-23256" b="-2295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テキスト ボックス 100">
                  <a:extLst>
                    <a:ext uri="{FF2B5EF4-FFF2-40B4-BE49-F238E27FC236}">
                      <a16:creationId xmlns:a16="http://schemas.microsoft.com/office/drawing/2014/main" id="{0BC43FCF-A2A0-49BC-B700-1C4B3120B673}"/>
                    </a:ext>
                  </a:extLst>
                </p:cNvPr>
                <p:cNvSpPr txBox="1"/>
                <p:nvPr/>
              </p:nvSpPr>
              <p:spPr>
                <a:xfrm>
                  <a:off x="10667815" y="1377150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01" name="テキスト ボックス 100">
                  <a:extLst>
                    <a:ext uri="{FF2B5EF4-FFF2-40B4-BE49-F238E27FC236}">
                      <a16:creationId xmlns:a16="http://schemas.microsoft.com/office/drawing/2014/main" id="{0BC43FCF-A2A0-49BC-B700-1C4B3120B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7815" y="1377150"/>
                  <a:ext cx="242502" cy="369332"/>
                </a:xfrm>
                <a:prstGeom prst="rect">
                  <a:avLst/>
                </a:prstGeom>
                <a:blipFill>
                  <a:blip r:embed="rId31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C1AA904-CC24-45CB-9372-19CA0D1621E5}"/>
              </a:ext>
            </a:extLst>
          </p:cNvPr>
          <p:cNvGrpSpPr/>
          <p:nvPr/>
        </p:nvGrpSpPr>
        <p:grpSpPr>
          <a:xfrm rot="19017341">
            <a:off x="2758592" y="1792098"/>
            <a:ext cx="784700" cy="970604"/>
            <a:chOff x="1016419" y="5796208"/>
            <a:chExt cx="784700" cy="970604"/>
          </a:xfrm>
        </p:grpSpPr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809A499B-5365-4740-AF07-A3D0BE1F1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4603FC9D-E60E-407A-A396-CF268D35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8663158D-4FE1-4B01-BB87-666BE64D0A18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F2772C19-0179-401B-9E9D-705ABB6EB255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F2772C19-0179-401B-9E9D-705ABB6EB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1370"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46CB49F0-26B4-4F9F-B4F7-D91A604803D2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46CB49F0-26B4-4F9F-B4F7-D91A60480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33"/>
                  <a:stretch>
                    <a:fillRect r="-21622" b="-22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346C4A5E-F0E5-4631-ACFA-77BF89967F01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346C4A5E-F0E5-4631-ACFA-77BF89967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楕円 114">
              <a:extLst>
                <a:ext uri="{FF2B5EF4-FFF2-40B4-BE49-F238E27FC236}">
                  <a16:creationId xmlns:a16="http://schemas.microsoft.com/office/drawing/2014/main" id="{2B3C4B6D-320E-4E3F-ABAA-D51349621672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412E441C-AFC9-4368-B4C3-51EB261418E0}"/>
              </a:ext>
            </a:extLst>
          </p:cNvPr>
          <p:cNvGrpSpPr/>
          <p:nvPr/>
        </p:nvGrpSpPr>
        <p:grpSpPr>
          <a:xfrm rot="19017341">
            <a:off x="2074766" y="1068000"/>
            <a:ext cx="784700" cy="970604"/>
            <a:chOff x="1016419" y="5796208"/>
            <a:chExt cx="784700" cy="970604"/>
          </a:xfrm>
        </p:grpSpPr>
        <p:cxnSp>
          <p:nvCxnSpPr>
            <p:cNvPr id="125" name="直線矢印コネクタ 124">
              <a:extLst>
                <a:ext uri="{FF2B5EF4-FFF2-40B4-BE49-F238E27FC236}">
                  <a16:creationId xmlns:a16="http://schemas.microsoft.com/office/drawing/2014/main" id="{F83EBF31-E9C9-4630-8F36-EB3337263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CB38599E-CF76-4C38-A7BF-8A12D765B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楕円 126">
              <a:extLst>
                <a:ext uri="{FF2B5EF4-FFF2-40B4-BE49-F238E27FC236}">
                  <a16:creationId xmlns:a16="http://schemas.microsoft.com/office/drawing/2014/main" id="{3C978971-E738-4A6B-A787-38F52F15FB2B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テキスト ボックス 127">
                  <a:extLst>
                    <a:ext uri="{FF2B5EF4-FFF2-40B4-BE49-F238E27FC236}">
                      <a16:creationId xmlns:a16="http://schemas.microsoft.com/office/drawing/2014/main" id="{3CB50ECE-5BFA-4F7D-9AE9-1F513D264CE7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8" name="テキスト ボックス 127">
                  <a:extLst>
                    <a:ext uri="{FF2B5EF4-FFF2-40B4-BE49-F238E27FC236}">
                      <a16:creationId xmlns:a16="http://schemas.microsoft.com/office/drawing/2014/main" id="{3CB50ECE-5BFA-4F7D-9AE9-1F513D264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38"/>
                  <a:stretch>
                    <a:fillRect r="-1370"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テキスト ボックス 128">
                  <a:extLst>
                    <a:ext uri="{FF2B5EF4-FFF2-40B4-BE49-F238E27FC236}">
                      <a16:creationId xmlns:a16="http://schemas.microsoft.com/office/drawing/2014/main" id="{2B0B7086-00D0-485B-B164-654916CCEF21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9" name="テキスト ボックス 128">
                  <a:extLst>
                    <a:ext uri="{FF2B5EF4-FFF2-40B4-BE49-F238E27FC236}">
                      <a16:creationId xmlns:a16="http://schemas.microsoft.com/office/drawing/2014/main" id="{2B0B7086-00D0-485B-B164-654916CCEF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39"/>
                  <a:stretch>
                    <a:fillRect r="-22973" b="-22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4F69A903-270D-4B9E-AAC9-99521A98C664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4F69A903-270D-4B9E-AAC9-99521A98C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0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B0B1ED64-D722-4B58-AEEE-0767182658DA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091F06B5-EC52-4AE6-ACC1-3FAF8BC94D58}"/>
              </a:ext>
            </a:extLst>
          </p:cNvPr>
          <p:cNvGrpSpPr/>
          <p:nvPr/>
        </p:nvGrpSpPr>
        <p:grpSpPr>
          <a:xfrm>
            <a:off x="4176598" y="2924870"/>
            <a:ext cx="784700" cy="970604"/>
            <a:chOff x="1016419" y="5796208"/>
            <a:chExt cx="784700" cy="970604"/>
          </a:xfrm>
        </p:grpSpPr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9F92FE7C-E88B-4EED-B3DE-B7649AF22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0F65E528-5D40-4763-86AA-0BC039FFB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楕円 134">
              <a:extLst>
                <a:ext uri="{FF2B5EF4-FFF2-40B4-BE49-F238E27FC236}">
                  <a16:creationId xmlns:a16="http://schemas.microsoft.com/office/drawing/2014/main" id="{348AD298-E218-4717-B66F-9B0F945632E0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楕円 138">
              <a:extLst>
                <a:ext uri="{FF2B5EF4-FFF2-40B4-BE49-F238E27FC236}">
                  <a16:creationId xmlns:a16="http://schemas.microsoft.com/office/drawing/2014/main" id="{F658CEDB-67DA-47AC-93FB-0330EAE1EAEF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0D1769B9-0BFB-4C83-BE74-B214BF05451D}"/>
                  </a:ext>
                </a:extLst>
              </p:cNvPr>
              <p:cNvSpPr txBox="1"/>
              <p:nvPr/>
            </p:nvSpPr>
            <p:spPr>
              <a:xfrm>
                <a:off x="4597128" y="4291418"/>
                <a:ext cx="1440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0D1769B9-0BFB-4C83-BE74-B214BF054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28" y="4291418"/>
                <a:ext cx="1440971" cy="276999"/>
              </a:xfrm>
              <a:prstGeom prst="rect">
                <a:avLst/>
              </a:prstGeom>
              <a:blipFill>
                <a:blip r:embed="rId44"/>
                <a:stretch>
                  <a:fillRect l="-13924" t="-175556" r="-1688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12183EC2-E011-406A-9C2D-E8C6FA291D3F}"/>
                  </a:ext>
                </a:extLst>
              </p:cNvPr>
              <p:cNvSpPr txBox="1"/>
              <p:nvPr/>
            </p:nvSpPr>
            <p:spPr>
              <a:xfrm>
                <a:off x="4813458" y="3144056"/>
                <a:ext cx="1343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12183EC2-E011-406A-9C2D-E8C6FA291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458" y="3144056"/>
                <a:ext cx="1343766" cy="276999"/>
              </a:xfrm>
              <a:prstGeom prst="rect">
                <a:avLst/>
              </a:prstGeom>
              <a:blipFill>
                <a:blip r:embed="rId45"/>
                <a:stretch>
                  <a:fillRect l="-22727" t="-175556" r="-2273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053D79A3-0AA4-4FFB-98EE-EC4C6B62F4BC}"/>
                  </a:ext>
                </a:extLst>
              </p:cNvPr>
              <p:cNvSpPr txBox="1"/>
              <p:nvPr/>
            </p:nvSpPr>
            <p:spPr>
              <a:xfrm>
                <a:off x="8031628" y="1475945"/>
                <a:ext cx="118776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ja-JP" alt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053D79A3-0AA4-4FFB-98EE-EC4C6B62F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628" y="1475945"/>
                <a:ext cx="1187761" cy="830997"/>
              </a:xfrm>
              <a:prstGeom prst="rect">
                <a:avLst/>
              </a:prstGeom>
              <a:blipFill>
                <a:blip r:embed="rId46"/>
                <a:stretch>
                  <a:fillRect l="-4124" r="-3093" b="-51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/>
              <p:nvPr/>
            </p:nvSpPr>
            <p:spPr>
              <a:xfrm>
                <a:off x="6632878" y="2773509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78" y="2773509"/>
                <a:ext cx="816762" cy="276999"/>
              </a:xfrm>
              <a:prstGeom prst="rect">
                <a:avLst/>
              </a:prstGeom>
              <a:blipFill>
                <a:blip r:embed="rId47"/>
                <a:stretch>
                  <a:fillRect l="-5224" r="-597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/>
              <p:nvPr/>
            </p:nvSpPr>
            <p:spPr>
              <a:xfrm>
                <a:off x="1945263" y="4355316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63" y="4355316"/>
                <a:ext cx="822148" cy="276999"/>
              </a:xfrm>
              <a:prstGeom prst="rect">
                <a:avLst/>
              </a:prstGeom>
              <a:blipFill>
                <a:blip r:embed="rId48"/>
                <a:stretch>
                  <a:fillRect l="-5185" r="-5926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/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blipFill>
                <a:blip r:embed="rId49"/>
                <a:stretch>
                  <a:fillRect l="-5926" r="-5185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/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𝐵𝑜𝑑𝑦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blipFill>
                <a:blip r:embed="rId50"/>
                <a:stretch>
                  <a:fillRect l="-7692" r="-4808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/>
              <p:nvPr/>
            </p:nvSpPr>
            <p:spPr>
              <a:xfrm>
                <a:off x="3185485" y="3172902"/>
                <a:ext cx="392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85" y="3172902"/>
                <a:ext cx="392159" cy="276999"/>
              </a:xfrm>
              <a:prstGeom prst="rect">
                <a:avLst/>
              </a:prstGeom>
              <a:blipFill>
                <a:blip r:embed="rId51"/>
                <a:stretch>
                  <a:fillRect l="-12500" r="-468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CBEB800E-8C36-45A1-9713-A60715533B88}"/>
              </a:ext>
            </a:extLst>
          </p:cNvPr>
          <p:cNvGrpSpPr/>
          <p:nvPr/>
        </p:nvGrpSpPr>
        <p:grpSpPr>
          <a:xfrm rot="19017341">
            <a:off x="3079157" y="2133684"/>
            <a:ext cx="784700" cy="970604"/>
            <a:chOff x="1016419" y="5796208"/>
            <a:chExt cx="784700" cy="970604"/>
          </a:xfrm>
        </p:grpSpPr>
        <p:cxnSp>
          <p:nvCxnSpPr>
            <p:cNvPr id="149" name="直線矢印コネクタ 148">
              <a:extLst>
                <a:ext uri="{FF2B5EF4-FFF2-40B4-BE49-F238E27FC236}">
                  <a16:creationId xmlns:a16="http://schemas.microsoft.com/office/drawing/2014/main" id="{5B624647-009A-4987-AA1F-DCF5728F6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矢印コネクタ 149">
              <a:extLst>
                <a:ext uri="{FF2B5EF4-FFF2-40B4-BE49-F238E27FC236}">
                  <a16:creationId xmlns:a16="http://schemas.microsoft.com/office/drawing/2014/main" id="{7AF978B8-74C2-44CF-9F9C-7996D6F421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楕円 150">
              <a:extLst>
                <a:ext uri="{FF2B5EF4-FFF2-40B4-BE49-F238E27FC236}">
                  <a16:creationId xmlns:a16="http://schemas.microsoft.com/office/drawing/2014/main" id="{A263CE55-0727-435F-8724-2F8F79138251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テキスト ボックス 151">
                  <a:extLst>
                    <a:ext uri="{FF2B5EF4-FFF2-40B4-BE49-F238E27FC236}">
                      <a16:creationId xmlns:a16="http://schemas.microsoft.com/office/drawing/2014/main" id="{4DCA1AF6-7815-42BA-AAC5-9B3672A5A3C1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F2772C19-0179-401B-9E9D-705ABB6EB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1370"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テキスト ボックス 152">
                  <a:extLst>
                    <a:ext uri="{FF2B5EF4-FFF2-40B4-BE49-F238E27FC236}">
                      <a16:creationId xmlns:a16="http://schemas.microsoft.com/office/drawing/2014/main" id="{913D481F-784B-4D00-AE59-80C4B8B7A1DC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46CB49F0-26B4-4F9F-B4F7-D91A60480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33"/>
                  <a:stretch>
                    <a:fillRect r="-21622" b="-22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テキスト ボックス 153">
                  <a:extLst>
                    <a:ext uri="{FF2B5EF4-FFF2-40B4-BE49-F238E27FC236}">
                      <a16:creationId xmlns:a16="http://schemas.microsoft.com/office/drawing/2014/main" id="{CE4CD461-31A0-4F5C-AD51-362D4458068E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346C4A5E-F0E5-4631-ACFA-77BF89967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5" name="楕円 154">
              <a:extLst>
                <a:ext uri="{FF2B5EF4-FFF2-40B4-BE49-F238E27FC236}">
                  <a16:creationId xmlns:a16="http://schemas.microsoft.com/office/drawing/2014/main" id="{B8706897-9E76-4137-AAD9-E4547949618C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CE03D658-92BC-43E8-8459-7C59DC781048}"/>
              </a:ext>
            </a:extLst>
          </p:cNvPr>
          <p:cNvGrpSpPr/>
          <p:nvPr/>
        </p:nvGrpSpPr>
        <p:grpSpPr>
          <a:xfrm>
            <a:off x="518998" y="696677"/>
            <a:ext cx="784700" cy="970604"/>
            <a:chOff x="1016419" y="5796208"/>
            <a:chExt cx="784700" cy="970604"/>
          </a:xfrm>
        </p:grpSpPr>
        <p:cxnSp>
          <p:nvCxnSpPr>
            <p:cNvPr id="117" name="直線矢印コネクタ 116">
              <a:extLst>
                <a:ext uri="{FF2B5EF4-FFF2-40B4-BE49-F238E27FC236}">
                  <a16:creationId xmlns:a16="http://schemas.microsoft.com/office/drawing/2014/main" id="{D656D3BC-A38E-4A72-98FB-B1A7E60F4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矢印コネクタ 117">
              <a:extLst>
                <a:ext uri="{FF2B5EF4-FFF2-40B4-BE49-F238E27FC236}">
                  <a16:creationId xmlns:a16="http://schemas.microsoft.com/office/drawing/2014/main" id="{F3F921C3-03B8-4F02-9502-CA4FD3A1F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楕円 118">
              <a:extLst>
                <a:ext uri="{FF2B5EF4-FFF2-40B4-BE49-F238E27FC236}">
                  <a16:creationId xmlns:a16="http://schemas.microsoft.com/office/drawing/2014/main" id="{6EDDBB7E-B2B6-4E98-B4B0-2B910127E859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D000498F-CD47-4D6B-918A-83F488D5E3BF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C12AFC2F-7ADD-48C3-8169-C0716B76C9B2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04AD0A53-A328-4C2F-8C71-8134B681B946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楕円 122">
              <a:extLst>
                <a:ext uri="{FF2B5EF4-FFF2-40B4-BE49-F238E27FC236}">
                  <a16:creationId xmlns:a16="http://schemas.microsoft.com/office/drawing/2014/main" id="{DCB48CEC-F60F-4D4C-BCC2-3CCD0BC3983A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034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BD7D366E-023A-4A88-A498-F7A89343C7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座標系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kumimoji="1" lang="en-US" altLang="ja-JP" dirty="0"/>
                  <a:t>,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dirty="0"/>
                  <a:t>で考える（運動学）</a:t>
                </a: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BD7D366E-023A-4A88-A498-F7A89343C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A0774BC-D076-4B9C-A83E-BA5B5B45B7CC}"/>
              </a:ext>
            </a:extLst>
          </p:cNvPr>
          <p:cNvCxnSpPr>
            <a:cxnSpLocks/>
          </p:cNvCxnSpPr>
          <p:nvPr/>
        </p:nvCxnSpPr>
        <p:spPr>
          <a:xfrm flipH="1">
            <a:off x="2370082" y="3736872"/>
            <a:ext cx="972134" cy="7983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39C0F59-4A6F-4227-B044-400F7210B28A}"/>
              </a:ext>
            </a:extLst>
          </p:cNvPr>
          <p:cNvCxnSpPr>
            <a:cxnSpLocks/>
          </p:cNvCxnSpPr>
          <p:nvPr/>
        </p:nvCxnSpPr>
        <p:spPr>
          <a:xfrm flipH="1">
            <a:off x="3373820" y="3410607"/>
            <a:ext cx="1003739" cy="283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2970E9D-EDCF-4322-AC69-251F8D82F376}"/>
              </a:ext>
            </a:extLst>
          </p:cNvPr>
          <p:cNvCxnSpPr>
            <a:cxnSpLocks/>
          </p:cNvCxnSpPr>
          <p:nvPr/>
        </p:nvCxnSpPr>
        <p:spPr>
          <a:xfrm flipH="1">
            <a:off x="1460938" y="3736428"/>
            <a:ext cx="1797271" cy="5412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D4923E8-20F4-45F6-9056-E5D2131C8FA3}"/>
              </a:ext>
            </a:extLst>
          </p:cNvPr>
          <p:cNvCxnSpPr>
            <a:cxnSpLocks/>
          </p:cNvCxnSpPr>
          <p:nvPr/>
        </p:nvCxnSpPr>
        <p:spPr>
          <a:xfrm flipH="1">
            <a:off x="4440621" y="3405350"/>
            <a:ext cx="7567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9C83DB4-EBB7-4DCD-8D32-B144C50E5C56}"/>
              </a:ext>
            </a:extLst>
          </p:cNvPr>
          <p:cNvSpPr/>
          <p:nvPr/>
        </p:nvSpPr>
        <p:spPr>
          <a:xfrm>
            <a:off x="5197366" y="2942897"/>
            <a:ext cx="483475" cy="8776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40B13F1-452C-4E68-98D4-483A8C000FCE}"/>
              </a:ext>
            </a:extLst>
          </p:cNvPr>
          <p:cNvGrpSpPr/>
          <p:nvPr/>
        </p:nvGrpSpPr>
        <p:grpSpPr>
          <a:xfrm>
            <a:off x="3118169" y="3536664"/>
            <a:ext cx="386366" cy="380512"/>
            <a:chOff x="8918620" y="425003"/>
            <a:chExt cx="850005" cy="837127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1EA940C-491C-4C89-BA43-16392CA26994}"/>
                </a:ext>
              </a:extLst>
            </p:cNvPr>
            <p:cNvSpPr/>
            <p:nvPr/>
          </p:nvSpPr>
          <p:spPr>
            <a:xfrm>
              <a:off x="8918620" y="425003"/>
              <a:ext cx="850005" cy="8371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43984B58-32C8-4C20-8D4E-A71E2E11AE88}"/>
                </a:ext>
              </a:extLst>
            </p:cNvPr>
            <p:cNvSpPr/>
            <p:nvPr/>
          </p:nvSpPr>
          <p:spPr>
            <a:xfrm>
              <a:off x="9186087" y="688418"/>
              <a:ext cx="315071" cy="31029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B1CEB4-B3E2-4372-9678-C6F0C91FDEA3}"/>
              </a:ext>
            </a:extLst>
          </p:cNvPr>
          <p:cNvGrpSpPr/>
          <p:nvPr/>
        </p:nvGrpSpPr>
        <p:grpSpPr>
          <a:xfrm>
            <a:off x="4242776" y="3184567"/>
            <a:ext cx="386366" cy="380512"/>
            <a:chOff x="8918620" y="425003"/>
            <a:chExt cx="850005" cy="837127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140027B-6E3A-4943-B840-FDC3E26EC0E4}"/>
                </a:ext>
              </a:extLst>
            </p:cNvPr>
            <p:cNvSpPr/>
            <p:nvPr/>
          </p:nvSpPr>
          <p:spPr>
            <a:xfrm>
              <a:off x="8918620" y="425003"/>
              <a:ext cx="850005" cy="8371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30EAD36-B52A-4433-B837-75D0521C09F2}"/>
                </a:ext>
              </a:extLst>
            </p:cNvPr>
            <p:cNvSpPr/>
            <p:nvPr/>
          </p:nvSpPr>
          <p:spPr>
            <a:xfrm>
              <a:off x="9186087" y="688418"/>
              <a:ext cx="315071" cy="31029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B444D9B-F8BA-48CF-89EF-C229CA5649FD}"/>
              </a:ext>
            </a:extLst>
          </p:cNvPr>
          <p:cNvCxnSpPr>
            <a:cxnSpLocks/>
          </p:cNvCxnSpPr>
          <p:nvPr/>
        </p:nvCxnSpPr>
        <p:spPr>
          <a:xfrm flipH="1">
            <a:off x="1518746" y="3382282"/>
            <a:ext cx="2922468" cy="4934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99DCBFE-069F-4C23-9EF5-33CE4BF79B6C}"/>
              </a:ext>
            </a:extLst>
          </p:cNvPr>
          <p:cNvGrpSpPr/>
          <p:nvPr/>
        </p:nvGrpSpPr>
        <p:grpSpPr>
          <a:xfrm>
            <a:off x="4817728" y="2514966"/>
            <a:ext cx="784700" cy="970604"/>
            <a:chOff x="1016419" y="5796208"/>
            <a:chExt cx="784700" cy="970604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A9EA8946-736F-41F2-8C29-581E634B8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8A949FE5-61E3-4B16-B9AF-A8DA47E486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7BEF9681-5D3A-41FC-BCEF-0DEF8B1DED84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A69283E-2478-463A-9711-1BEDAEED8FB6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A69283E-2478-463A-9711-1BEDAEED8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4250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385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D217EE7-48CB-4974-828F-0E2EC9FEEDAB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D217EE7-48CB-4974-828F-0E2EC9FEE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096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D8473C4-168C-49E8-AC24-7C7730A26C66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D8473C4-168C-49E8-AC24-7C7730A26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6494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5581" r="-23256" b="-2295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E6F03EB9-3C3C-4506-9CD0-A389E803C35D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F4DE248-F4FF-4135-A433-3FAC4DBFAB41}"/>
                  </a:ext>
                </a:extLst>
              </p:cNvPr>
              <p:cNvSpPr txBox="1"/>
              <p:nvPr/>
            </p:nvSpPr>
            <p:spPr>
              <a:xfrm>
                <a:off x="4756781" y="2342585"/>
                <a:ext cx="392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F4DE248-F4FF-4135-A433-3FAC4DBFA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781" y="2342585"/>
                <a:ext cx="392159" cy="276999"/>
              </a:xfrm>
              <a:prstGeom prst="rect">
                <a:avLst/>
              </a:prstGeom>
              <a:blipFill>
                <a:blip r:embed="rId6"/>
                <a:stretch>
                  <a:fillRect l="-10769" r="-461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D61395C-4F6A-454A-AD5C-56290A4D10DB}"/>
                  </a:ext>
                </a:extLst>
              </p:cNvPr>
              <p:cNvSpPr/>
              <p:nvPr/>
            </p:nvSpPr>
            <p:spPr>
              <a:xfrm>
                <a:off x="4648765" y="3444030"/>
                <a:ext cx="4245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D61395C-4F6A-454A-AD5C-56290A4D10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765" y="3444030"/>
                <a:ext cx="4245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E6E9B747-567D-41D8-B8C3-CA81D7409F5A}"/>
                  </a:ext>
                </a:extLst>
              </p:cNvPr>
              <p:cNvSpPr/>
              <p:nvPr/>
            </p:nvSpPr>
            <p:spPr>
              <a:xfrm>
                <a:off x="3407112" y="3263921"/>
                <a:ext cx="4298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E6E9B747-567D-41D8-B8C3-CA81D7409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112" y="3263921"/>
                <a:ext cx="42986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EFEBBFF7-470C-45D2-B28A-14ECAD4665A5}"/>
                  </a:ext>
                </a:extLst>
              </p:cNvPr>
              <p:cNvSpPr/>
              <p:nvPr/>
            </p:nvSpPr>
            <p:spPr>
              <a:xfrm>
                <a:off x="2682094" y="3778142"/>
                <a:ext cx="4298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EFEBBFF7-470C-45D2-B28A-14ECAD4665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094" y="3778142"/>
                <a:ext cx="4298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76B3DAB-5267-4A3A-843B-9B4AFDB24787}"/>
                  </a:ext>
                </a:extLst>
              </p:cNvPr>
              <p:cNvSpPr txBox="1"/>
              <p:nvPr/>
            </p:nvSpPr>
            <p:spPr>
              <a:xfrm>
                <a:off x="2468072" y="3420195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76B3DAB-5267-4A3A-843B-9B4AFDB2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072" y="3420195"/>
                <a:ext cx="387221" cy="276999"/>
              </a:xfrm>
              <a:prstGeom prst="rect">
                <a:avLst/>
              </a:prstGeom>
              <a:blipFill>
                <a:blip r:embed="rId10"/>
                <a:stretch>
                  <a:fillRect l="-12698" r="-4762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B6AE3B5-EEEE-4587-8FA4-20D58BD3B8E2}"/>
                  </a:ext>
                </a:extLst>
              </p:cNvPr>
              <p:cNvSpPr txBox="1"/>
              <p:nvPr/>
            </p:nvSpPr>
            <p:spPr>
              <a:xfrm>
                <a:off x="2334147" y="3978683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B6AE3B5-EEEE-4587-8FA4-20D58BD3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147" y="3978683"/>
                <a:ext cx="387221" cy="276999"/>
              </a:xfrm>
              <a:prstGeom prst="rect">
                <a:avLst/>
              </a:prstGeom>
              <a:blipFill>
                <a:blip r:embed="rId11"/>
                <a:stretch>
                  <a:fillRect l="-12698" r="-4762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楕円 35">
            <a:extLst>
              <a:ext uri="{FF2B5EF4-FFF2-40B4-BE49-F238E27FC236}">
                <a16:creationId xmlns:a16="http://schemas.microsoft.com/office/drawing/2014/main" id="{9CA04EFD-62F6-4D45-90E2-E4ACCA6538AB}"/>
              </a:ext>
            </a:extLst>
          </p:cNvPr>
          <p:cNvSpPr/>
          <p:nvPr/>
        </p:nvSpPr>
        <p:spPr>
          <a:xfrm>
            <a:off x="2296510" y="4398579"/>
            <a:ext cx="231228" cy="231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B28BBAF8-F861-4143-9E99-93D976F0BDD2}"/>
              </a:ext>
            </a:extLst>
          </p:cNvPr>
          <p:cNvSpPr/>
          <p:nvPr/>
        </p:nvSpPr>
        <p:spPr>
          <a:xfrm>
            <a:off x="2677160" y="3924300"/>
            <a:ext cx="170180" cy="231140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44" h="772732">
                <a:moveTo>
                  <a:pt x="1260" y="0"/>
                </a:moveTo>
                <a:cubicBezTo>
                  <a:pt x="-3919" y="156513"/>
                  <a:pt x="4480" y="328411"/>
                  <a:pt x="72094" y="457200"/>
                </a:cubicBezTo>
                <a:cubicBezTo>
                  <a:pt x="139708" y="585989"/>
                  <a:pt x="274764" y="700457"/>
                  <a:pt x="40694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F47E4014-FB38-4882-80C1-6412926E9B8E}"/>
              </a:ext>
            </a:extLst>
          </p:cNvPr>
          <p:cNvSpPr/>
          <p:nvPr/>
        </p:nvSpPr>
        <p:spPr>
          <a:xfrm rot="846894">
            <a:off x="2823313" y="3449268"/>
            <a:ext cx="208072" cy="33792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44" h="772732">
                <a:moveTo>
                  <a:pt x="1260" y="0"/>
                </a:moveTo>
                <a:cubicBezTo>
                  <a:pt x="-3919" y="156513"/>
                  <a:pt x="4480" y="328411"/>
                  <a:pt x="72094" y="457200"/>
                </a:cubicBezTo>
                <a:cubicBezTo>
                  <a:pt x="139708" y="585989"/>
                  <a:pt x="274764" y="700457"/>
                  <a:pt x="40694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E08260B-5F88-43DF-8333-3379A386C291}"/>
                  </a:ext>
                </a:extLst>
              </p:cNvPr>
              <p:cNvSpPr txBox="1"/>
              <p:nvPr/>
            </p:nvSpPr>
            <p:spPr>
              <a:xfrm>
                <a:off x="1823427" y="4619021"/>
                <a:ext cx="5749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E08260B-5F88-43DF-8333-3379A386C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427" y="4619021"/>
                <a:ext cx="574901" cy="276999"/>
              </a:xfrm>
              <a:prstGeom prst="rect">
                <a:avLst/>
              </a:prstGeom>
              <a:blipFill>
                <a:blip r:embed="rId12"/>
                <a:stretch>
                  <a:fillRect l="-12766" t="-4444" r="-13830" b="-3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15807A41-E5E0-46A5-BD07-475A9A01AA8D}"/>
                  </a:ext>
                </a:extLst>
              </p:cNvPr>
              <p:cNvSpPr txBox="1"/>
              <p:nvPr/>
            </p:nvSpPr>
            <p:spPr>
              <a:xfrm>
                <a:off x="6327785" y="1676151"/>
                <a:ext cx="5619231" cy="1938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は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で考える．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における脚先の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軸方向に測った位置とする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r>
                  <a:rPr lang="ja-JP" altLang="en-US" i="1" dirty="0">
                    <a:latin typeface="Cambria Math" panose="02040503050406030204" pitchFamily="18" charset="0"/>
                  </a:rPr>
                  <a:t>順運動学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=−(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15807A41-E5E0-46A5-BD07-475A9A01A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785" y="1676151"/>
                <a:ext cx="5619231" cy="1938992"/>
              </a:xfrm>
              <a:prstGeom prst="rect">
                <a:avLst/>
              </a:prstGeom>
              <a:blipFill>
                <a:blip r:embed="rId13"/>
                <a:stretch>
                  <a:fillRect l="-2495" t="-1258" b="-28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914ED656-569E-4A2E-B853-651219EBEAF6}"/>
                  </a:ext>
                </a:extLst>
              </p:cNvPr>
              <p:cNvSpPr txBox="1"/>
              <p:nvPr/>
            </p:nvSpPr>
            <p:spPr>
              <a:xfrm>
                <a:off x="3125756" y="4474490"/>
                <a:ext cx="4648965" cy="2361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ja-JP" altLang="en-US" i="1" dirty="0">
                    <a:latin typeface="Cambria Math" panose="02040503050406030204" pitchFamily="18" charset="0"/>
                  </a:rPr>
                  <a:t>逆運動学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atan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sqrt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sqrt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altLang="ja-JP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𝐴𝐵𝐶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ja-JP" alt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余弦定理</a:t>
                </a:r>
                <a:endParaRPr lang="en-US" altLang="ja-JP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p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ja-JP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914ED656-569E-4A2E-B853-651219EBE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756" y="4474490"/>
                <a:ext cx="4648965" cy="2361287"/>
              </a:xfrm>
              <a:prstGeom prst="rect">
                <a:avLst/>
              </a:prstGeom>
              <a:blipFill>
                <a:blip r:embed="rId14"/>
                <a:stretch>
                  <a:fillRect l="-1312" t="-3101" r="-23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EBBA9C8-AB87-416A-BCEF-445788246270}"/>
              </a:ext>
            </a:extLst>
          </p:cNvPr>
          <p:cNvCxnSpPr>
            <a:cxnSpLocks/>
          </p:cNvCxnSpPr>
          <p:nvPr/>
        </p:nvCxnSpPr>
        <p:spPr>
          <a:xfrm flipV="1">
            <a:off x="2457875" y="3427778"/>
            <a:ext cx="1942980" cy="1091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137FDC5-BBBA-4465-9198-EE93FEF3A286}"/>
                  </a:ext>
                </a:extLst>
              </p:cNvPr>
              <p:cNvSpPr/>
              <p:nvPr/>
            </p:nvSpPr>
            <p:spPr>
              <a:xfrm>
                <a:off x="3476385" y="3856406"/>
                <a:ext cx="362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137FDC5-BBBA-4465-9198-EE93FEF3A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385" y="3856406"/>
                <a:ext cx="36253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93046917-E2A1-4CD8-940E-0F106F183DE1}"/>
                  </a:ext>
                </a:extLst>
              </p:cNvPr>
              <p:cNvSpPr/>
              <p:nvPr/>
            </p:nvSpPr>
            <p:spPr>
              <a:xfrm>
                <a:off x="4186227" y="2820575"/>
                <a:ext cx="398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93046917-E2A1-4CD8-940E-0F106F183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227" y="2820575"/>
                <a:ext cx="39850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5B11A52C-3004-48C2-8262-F0952096E161}"/>
                  </a:ext>
                </a:extLst>
              </p:cNvPr>
              <p:cNvSpPr/>
              <p:nvPr/>
            </p:nvSpPr>
            <p:spPr>
              <a:xfrm>
                <a:off x="3042819" y="3227247"/>
                <a:ext cx="4088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5B11A52C-3004-48C2-8262-F0952096E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819" y="3227247"/>
                <a:ext cx="40889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F6CDB017-7881-42EC-9082-4513E1441FE2}"/>
                  </a:ext>
                </a:extLst>
              </p:cNvPr>
              <p:cNvSpPr/>
              <p:nvPr/>
            </p:nvSpPr>
            <p:spPr>
              <a:xfrm>
                <a:off x="1958090" y="4191360"/>
                <a:ext cx="398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F6CDB017-7881-42EC-9082-4513E1441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090" y="4191360"/>
                <a:ext cx="39837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3ED4E993-7E76-4A2E-BFDE-75B306F65EFA}"/>
              </a:ext>
            </a:extLst>
          </p:cNvPr>
          <p:cNvSpPr/>
          <p:nvPr/>
        </p:nvSpPr>
        <p:spPr>
          <a:xfrm>
            <a:off x="3857229" y="3398669"/>
            <a:ext cx="102532" cy="299853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44" h="772732">
                <a:moveTo>
                  <a:pt x="1260" y="0"/>
                </a:moveTo>
                <a:cubicBezTo>
                  <a:pt x="-3919" y="156513"/>
                  <a:pt x="4480" y="328411"/>
                  <a:pt x="72094" y="457200"/>
                </a:cubicBezTo>
                <a:cubicBezTo>
                  <a:pt x="139708" y="585989"/>
                  <a:pt x="274764" y="700457"/>
                  <a:pt x="40694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581E64D-3DC6-4850-AC32-DB441117C19A}"/>
                  </a:ext>
                </a:extLst>
              </p:cNvPr>
              <p:cNvSpPr txBox="1"/>
              <p:nvPr/>
            </p:nvSpPr>
            <p:spPr>
              <a:xfrm>
                <a:off x="3965178" y="3733959"/>
                <a:ext cx="210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581E64D-3DC6-4850-AC32-DB441117C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78" y="3733959"/>
                <a:ext cx="210570" cy="276999"/>
              </a:xfrm>
              <a:prstGeom prst="rect">
                <a:avLst/>
              </a:prstGeom>
              <a:blipFill>
                <a:blip r:embed="rId19"/>
                <a:stretch>
                  <a:fillRect l="-14286" r="-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E83E7C02-2C64-43AE-B4C4-63F6F75424ED}"/>
                  </a:ext>
                </a:extLst>
              </p:cNvPr>
              <p:cNvSpPr txBox="1"/>
              <p:nvPr/>
            </p:nvSpPr>
            <p:spPr>
              <a:xfrm>
                <a:off x="8070198" y="4959399"/>
                <a:ext cx="3623749" cy="17359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−∠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atan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𝐵𝐴𝐶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−∠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𝐵𝐴𝐶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endParaRPr lang="en-US" altLang="ja-JP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E83E7C02-2C64-43AE-B4C4-63F6F7542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198" y="4959399"/>
                <a:ext cx="3623749" cy="17359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63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903A667-8BCA-4287-8727-206C456D0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79"/>
            <a:ext cx="12192000" cy="61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8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302</Words>
  <Application>Microsoft Office PowerPoint</Application>
  <PresentationFormat>ワイド画面</PresentationFormat>
  <Paragraphs>127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座標系Σ_10, Σ_11で考える（運動学）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DOI Takahiro</dc:creator>
  <cp:lastModifiedBy>DOI Takahiro</cp:lastModifiedBy>
  <cp:revision>21</cp:revision>
  <dcterms:created xsi:type="dcterms:W3CDTF">2025-04-03T01:13:13Z</dcterms:created>
  <dcterms:modified xsi:type="dcterms:W3CDTF">2026-05-13T07:47:48Z</dcterms:modified>
</cp:coreProperties>
</file>